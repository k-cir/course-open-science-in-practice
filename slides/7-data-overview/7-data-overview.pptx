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5"/>
  </p:notesMasterIdLst>
  <p:sldIdLst>
    <p:sldId id="479" r:id="rId5"/>
    <p:sldId id="263" r:id="rId6"/>
    <p:sldId id="486" r:id="rId7"/>
    <p:sldId id="265" r:id="rId8"/>
    <p:sldId id="270" r:id="rId9"/>
    <p:sldId id="269" r:id="rId10"/>
    <p:sldId id="271" r:id="rId11"/>
    <p:sldId id="272" r:id="rId12"/>
    <p:sldId id="489" r:id="rId13"/>
    <p:sldId id="480" r:id="rId14"/>
    <p:sldId id="260" r:id="rId15"/>
    <p:sldId id="273" r:id="rId16"/>
    <p:sldId id="261" r:id="rId17"/>
    <p:sldId id="484" r:id="rId18"/>
    <p:sldId id="483" r:id="rId19"/>
    <p:sldId id="268" r:id="rId20"/>
    <p:sldId id="485" r:id="rId21"/>
    <p:sldId id="487" r:id="rId22"/>
    <p:sldId id="488" r:id="rId23"/>
    <p:sldId id="490" r:id="rId24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A45A5D-070A-42E8-8B36-32405A47B50C}" v="1" dt="2026-09-15T14:51:23.8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88610" autoAdjust="0"/>
  </p:normalViewPr>
  <p:slideViewPr>
    <p:cSldViewPr snapToGrid="0">
      <p:cViewPr varScale="1">
        <p:scale>
          <a:sx n="141" d="100"/>
          <a:sy n="141" d="100"/>
        </p:scale>
        <p:origin x="9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las Edvall" userId="43781445-81ad-48dd-8b8c-189d9ca08dfb" providerId="ADAL" clId="{6D900218-2EE8-4FFD-8B2A-D374C0FF7AAD}"/>
    <pc:docChg chg="undo custSel addSld delSld modSld sldOrd">
      <pc:chgData name="Niklas Edvall" userId="43781445-81ad-48dd-8b8c-189d9ca08dfb" providerId="ADAL" clId="{6D900218-2EE8-4FFD-8B2A-D374C0FF7AAD}" dt="2026-09-15T14:51:30.102" v="2110" actId="47"/>
      <pc:docMkLst>
        <pc:docMk/>
      </pc:docMkLst>
      <pc:sldChg chg="modSp mod addAnim delAnim modAnim">
        <pc:chgData name="Niklas Edvall" userId="43781445-81ad-48dd-8b8c-189d9ca08dfb" providerId="ADAL" clId="{6D900218-2EE8-4FFD-8B2A-D374C0FF7AAD}" dt="2026-09-08T08:22:36.971" v="796"/>
        <pc:sldMkLst>
          <pc:docMk/>
          <pc:sldMk cId="1997620176" sldId="260"/>
        </pc:sldMkLst>
        <pc:spChg chg="mod">
          <ac:chgData name="Niklas Edvall" userId="43781445-81ad-48dd-8b8c-189d9ca08dfb" providerId="ADAL" clId="{6D900218-2EE8-4FFD-8B2A-D374C0FF7AAD}" dt="2026-09-08T08:21:58.557" v="790" actId="14100"/>
          <ac:spMkLst>
            <pc:docMk/>
            <pc:sldMk cId="1997620176" sldId="260"/>
            <ac:spMk id="10" creationId="{5BD3B3FD-2277-492C-1283-FCF8FA963763}"/>
          </ac:spMkLst>
        </pc:spChg>
      </pc:sldChg>
      <pc:sldChg chg="addSp delSp modSp mod addAnim delAnim modAnim chgLayout">
        <pc:chgData name="Niklas Edvall" userId="43781445-81ad-48dd-8b8c-189d9ca08dfb" providerId="ADAL" clId="{6D900218-2EE8-4FFD-8B2A-D374C0FF7AAD}" dt="2026-09-08T13:08:03.588" v="1081" actId="1076"/>
        <pc:sldMkLst>
          <pc:docMk/>
          <pc:sldMk cId="3875097835" sldId="261"/>
        </pc:sldMkLst>
        <pc:spChg chg="mod">
          <ac:chgData name="Niklas Edvall" userId="43781445-81ad-48dd-8b8c-189d9ca08dfb" providerId="ADAL" clId="{6D900218-2EE8-4FFD-8B2A-D374C0FF7AAD}" dt="2026-09-08T13:08:03.588" v="1081" actId="1076"/>
          <ac:spMkLst>
            <pc:docMk/>
            <pc:sldMk cId="3875097835" sldId="261"/>
            <ac:spMk id="4" creationId="{62233FF6-3812-4A96-BE60-1338FB58110F}"/>
          </ac:spMkLst>
        </pc:spChg>
        <pc:spChg chg="mod">
          <ac:chgData name="Niklas Edvall" userId="43781445-81ad-48dd-8b8c-189d9ca08dfb" providerId="ADAL" clId="{6D900218-2EE8-4FFD-8B2A-D374C0FF7AAD}" dt="2026-09-03T11:46:14.041" v="566" actId="1076"/>
          <ac:spMkLst>
            <pc:docMk/>
            <pc:sldMk cId="3875097835" sldId="261"/>
            <ac:spMk id="10" creationId="{6E0C35AC-B04D-AAFC-C37B-0186C526DB47}"/>
          </ac:spMkLst>
        </pc:spChg>
        <pc:spChg chg="add mod">
          <ac:chgData name="Niklas Edvall" userId="43781445-81ad-48dd-8b8c-189d9ca08dfb" providerId="ADAL" clId="{6D900218-2EE8-4FFD-8B2A-D374C0FF7AAD}" dt="2026-09-03T11:46:39.986" v="571" actId="1076"/>
          <ac:spMkLst>
            <pc:docMk/>
            <pc:sldMk cId="3875097835" sldId="261"/>
            <ac:spMk id="16" creationId="{0B7A22C7-C724-1908-2FAB-E41B4FE314FC}"/>
          </ac:spMkLst>
        </pc:spChg>
        <pc:spChg chg="add mod">
          <ac:chgData name="Niklas Edvall" userId="43781445-81ad-48dd-8b8c-189d9ca08dfb" providerId="ADAL" clId="{6D900218-2EE8-4FFD-8B2A-D374C0FF7AAD}" dt="2026-09-03T11:47:15.076" v="582" actId="1076"/>
          <ac:spMkLst>
            <pc:docMk/>
            <pc:sldMk cId="3875097835" sldId="261"/>
            <ac:spMk id="29" creationId="{AEE5C00F-D68C-D8DB-6881-15F4A6D8EE3B}"/>
          </ac:spMkLst>
        </pc:spChg>
        <pc:spChg chg="add mod">
          <ac:chgData name="Niklas Edvall" userId="43781445-81ad-48dd-8b8c-189d9ca08dfb" providerId="ADAL" clId="{6D900218-2EE8-4FFD-8B2A-D374C0FF7AAD}" dt="2026-09-03T11:52:42.610" v="679" actId="1036"/>
          <ac:spMkLst>
            <pc:docMk/>
            <pc:sldMk cId="3875097835" sldId="261"/>
            <ac:spMk id="36" creationId="{773F7B4F-4517-6FA0-92A2-553C4FF4F990}"/>
          </ac:spMkLst>
        </pc:spChg>
        <pc:spChg chg="add mod">
          <ac:chgData name="Niklas Edvall" userId="43781445-81ad-48dd-8b8c-189d9ca08dfb" providerId="ADAL" clId="{6D900218-2EE8-4FFD-8B2A-D374C0FF7AAD}" dt="2026-09-03T11:52:42.610" v="679" actId="1036"/>
          <ac:spMkLst>
            <pc:docMk/>
            <pc:sldMk cId="3875097835" sldId="261"/>
            <ac:spMk id="37" creationId="{1E11EA83-C40F-BB0B-2CC0-3697A400A231}"/>
          </ac:spMkLst>
        </pc:spChg>
        <pc:spChg chg="add mod">
          <ac:chgData name="Niklas Edvall" userId="43781445-81ad-48dd-8b8c-189d9ca08dfb" providerId="ADAL" clId="{6D900218-2EE8-4FFD-8B2A-D374C0FF7AAD}" dt="2026-09-03T11:52:42.610" v="679" actId="1036"/>
          <ac:spMkLst>
            <pc:docMk/>
            <pc:sldMk cId="3875097835" sldId="261"/>
            <ac:spMk id="38" creationId="{0539B013-C804-2D56-7003-6136B923B6FB}"/>
          </ac:spMkLst>
        </pc:spChg>
        <pc:spChg chg="add mod">
          <ac:chgData name="Niklas Edvall" userId="43781445-81ad-48dd-8b8c-189d9ca08dfb" providerId="ADAL" clId="{6D900218-2EE8-4FFD-8B2A-D374C0FF7AAD}" dt="2026-09-03T11:52:42.610" v="679" actId="1036"/>
          <ac:spMkLst>
            <pc:docMk/>
            <pc:sldMk cId="3875097835" sldId="261"/>
            <ac:spMk id="39" creationId="{E7B31136-88D1-6DBA-199C-1BC30C462520}"/>
          </ac:spMkLst>
        </pc:spChg>
        <pc:spChg chg="add mod">
          <ac:chgData name="Niklas Edvall" userId="43781445-81ad-48dd-8b8c-189d9ca08dfb" providerId="ADAL" clId="{6D900218-2EE8-4FFD-8B2A-D374C0FF7AAD}" dt="2026-09-03T11:52:42.610" v="679" actId="1036"/>
          <ac:spMkLst>
            <pc:docMk/>
            <pc:sldMk cId="3875097835" sldId="261"/>
            <ac:spMk id="40" creationId="{ACC94593-3C21-D991-75A2-7DA2E12B28D4}"/>
          </ac:spMkLst>
        </pc:spChg>
        <pc:spChg chg="add mod">
          <ac:chgData name="Niklas Edvall" userId="43781445-81ad-48dd-8b8c-189d9ca08dfb" providerId="ADAL" clId="{6D900218-2EE8-4FFD-8B2A-D374C0FF7AAD}" dt="2026-09-03T11:52:42.610" v="679" actId="1036"/>
          <ac:spMkLst>
            <pc:docMk/>
            <pc:sldMk cId="3875097835" sldId="261"/>
            <ac:spMk id="41" creationId="{E8A40924-2AE2-E6A8-FEE2-C3DE0DF212FD}"/>
          </ac:spMkLst>
        </pc:spChg>
        <pc:spChg chg="add mod">
          <ac:chgData name="Niklas Edvall" userId="43781445-81ad-48dd-8b8c-189d9ca08dfb" providerId="ADAL" clId="{6D900218-2EE8-4FFD-8B2A-D374C0FF7AAD}" dt="2026-09-03T11:52:42.610" v="679" actId="1036"/>
          <ac:spMkLst>
            <pc:docMk/>
            <pc:sldMk cId="3875097835" sldId="261"/>
            <ac:spMk id="42" creationId="{D6A6D303-F9B5-3B9E-C22A-06C655362A6F}"/>
          </ac:spMkLst>
        </pc:spChg>
        <pc:spChg chg="add mod">
          <ac:chgData name="Niklas Edvall" userId="43781445-81ad-48dd-8b8c-189d9ca08dfb" providerId="ADAL" clId="{6D900218-2EE8-4FFD-8B2A-D374C0FF7AAD}" dt="2026-09-03T11:52:42.610" v="679" actId="1036"/>
          <ac:spMkLst>
            <pc:docMk/>
            <pc:sldMk cId="3875097835" sldId="261"/>
            <ac:spMk id="43" creationId="{9A0B951B-A277-E8EE-43A9-E54B8FF426ED}"/>
          </ac:spMkLst>
        </pc:spChg>
        <pc:spChg chg="add mod">
          <ac:chgData name="Niklas Edvall" userId="43781445-81ad-48dd-8b8c-189d9ca08dfb" providerId="ADAL" clId="{6D900218-2EE8-4FFD-8B2A-D374C0FF7AAD}" dt="2026-09-03T11:48:44.639" v="624" actId="1076"/>
          <ac:spMkLst>
            <pc:docMk/>
            <pc:sldMk cId="3875097835" sldId="261"/>
            <ac:spMk id="44" creationId="{3F1D5DAE-EBFC-07AD-3838-D2B64E0C77F0}"/>
          </ac:spMkLst>
        </pc:spChg>
        <pc:spChg chg="add mod">
          <ac:chgData name="Niklas Edvall" userId="43781445-81ad-48dd-8b8c-189d9ca08dfb" providerId="ADAL" clId="{6D900218-2EE8-4FFD-8B2A-D374C0FF7AAD}" dt="2026-09-03T11:52:42.610" v="679" actId="1036"/>
          <ac:spMkLst>
            <pc:docMk/>
            <pc:sldMk cId="3875097835" sldId="261"/>
            <ac:spMk id="45" creationId="{BA201D69-CC34-83DF-D1F0-760AFD5CA6FB}"/>
          </ac:spMkLst>
        </pc:spChg>
        <pc:spChg chg="add mod">
          <ac:chgData name="Niklas Edvall" userId="43781445-81ad-48dd-8b8c-189d9ca08dfb" providerId="ADAL" clId="{6D900218-2EE8-4FFD-8B2A-D374C0FF7AAD}" dt="2026-09-03T11:52:42.610" v="679" actId="1036"/>
          <ac:spMkLst>
            <pc:docMk/>
            <pc:sldMk cId="3875097835" sldId="261"/>
            <ac:spMk id="46" creationId="{D9EC9498-253A-5994-359C-80CA11501C2F}"/>
          </ac:spMkLst>
        </pc:spChg>
        <pc:spChg chg="add mod">
          <ac:chgData name="Niklas Edvall" userId="43781445-81ad-48dd-8b8c-189d9ca08dfb" providerId="ADAL" clId="{6D900218-2EE8-4FFD-8B2A-D374C0FF7AAD}" dt="2026-09-03T11:54:26.079" v="716" actId="1076"/>
          <ac:spMkLst>
            <pc:docMk/>
            <pc:sldMk cId="3875097835" sldId="261"/>
            <ac:spMk id="47" creationId="{3B52F675-E24A-CCB2-8FE4-76E8351CB105}"/>
          </ac:spMkLst>
        </pc:spChg>
        <pc:picChg chg="add mod ord">
          <ac:chgData name="Niklas Edvall" userId="43781445-81ad-48dd-8b8c-189d9ca08dfb" providerId="ADAL" clId="{6D900218-2EE8-4FFD-8B2A-D374C0FF7AAD}" dt="2026-09-08T08:25:07.998" v="813" actId="167"/>
          <ac:picMkLst>
            <pc:docMk/>
            <pc:sldMk cId="3875097835" sldId="261"/>
            <ac:picMk id="2" creationId="{E74B3CDA-C4C0-C981-1DED-40DB3F705254}"/>
          </ac:picMkLst>
        </pc:picChg>
      </pc:sldChg>
      <pc:sldChg chg="modSp add mod">
        <pc:chgData name="Niklas Edvall" userId="43781445-81ad-48dd-8b8c-189d9ca08dfb" providerId="ADAL" clId="{6D900218-2EE8-4FFD-8B2A-D374C0FF7AAD}" dt="2026-09-15T14:51:11.260" v="2106" actId="20577"/>
        <pc:sldMkLst>
          <pc:docMk/>
          <pc:sldMk cId="1099428093" sldId="263"/>
        </pc:sldMkLst>
        <pc:spChg chg="mod">
          <ac:chgData name="Niklas Edvall" userId="43781445-81ad-48dd-8b8c-189d9ca08dfb" providerId="ADAL" clId="{6D900218-2EE8-4FFD-8B2A-D374C0FF7AAD}" dt="2026-09-15T14:51:11.260" v="2106" actId="20577"/>
          <ac:spMkLst>
            <pc:docMk/>
            <pc:sldMk cId="1099428093" sldId="263"/>
            <ac:spMk id="2" creationId="{6250195B-8A87-0659-1403-6E7233781A4D}"/>
          </ac:spMkLst>
        </pc:spChg>
      </pc:sldChg>
      <pc:sldChg chg="addSp delSp modSp mod modAnim">
        <pc:chgData name="Niklas Edvall" userId="43781445-81ad-48dd-8b8c-189d9ca08dfb" providerId="ADAL" clId="{6D900218-2EE8-4FFD-8B2A-D374C0FF7AAD}" dt="2026-09-08T09:24:28.978" v="1030"/>
        <pc:sldMkLst>
          <pc:docMk/>
          <pc:sldMk cId="1994670309" sldId="268"/>
        </pc:sldMkLst>
        <pc:spChg chg="mod">
          <ac:chgData name="Niklas Edvall" userId="43781445-81ad-48dd-8b8c-189d9ca08dfb" providerId="ADAL" clId="{6D900218-2EE8-4FFD-8B2A-D374C0FF7AAD}" dt="2026-09-08T09:20:27.576" v="822" actId="20577"/>
          <ac:spMkLst>
            <pc:docMk/>
            <pc:sldMk cId="1994670309" sldId="268"/>
            <ac:spMk id="4" creationId="{9EADC007-E9A1-DE81-28D0-C10879B08927}"/>
          </ac:spMkLst>
        </pc:spChg>
        <pc:spChg chg="add mod">
          <ac:chgData name="Niklas Edvall" userId="43781445-81ad-48dd-8b8c-189d9ca08dfb" providerId="ADAL" clId="{6D900218-2EE8-4FFD-8B2A-D374C0FF7AAD}" dt="2026-09-08T09:24:26.836" v="1029" actId="164"/>
          <ac:spMkLst>
            <pc:docMk/>
            <pc:sldMk cId="1994670309" sldId="268"/>
            <ac:spMk id="5" creationId="{7F226D4A-EA4B-27EF-0194-DFC91332F9C3}"/>
          </ac:spMkLst>
        </pc:spChg>
        <pc:spChg chg="mod">
          <ac:chgData name="Niklas Edvall" userId="43781445-81ad-48dd-8b8c-189d9ca08dfb" providerId="ADAL" clId="{6D900218-2EE8-4FFD-8B2A-D374C0FF7AAD}" dt="2026-09-08T09:23:23.621" v="1015" actId="14100"/>
          <ac:spMkLst>
            <pc:docMk/>
            <pc:sldMk cId="1994670309" sldId="268"/>
            <ac:spMk id="10" creationId="{0C4FA66C-0562-EFAC-FEBA-17B7E80C58DC}"/>
          </ac:spMkLst>
        </pc:spChg>
        <pc:grpChg chg="add mod">
          <ac:chgData name="Niklas Edvall" userId="43781445-81ad-48dd-8b8c-189d9ca08dfb" providerId="ADAL" clId="{6D900218-2EE8-4FFD-8B2A-D374C0FF7AAD}" dt="2026-09-08T09:24:26.836" v="1029" actId="164"/>
          <ac:grpSpMkLst>
            <pc:docMk/>
            <pc:sldMk cId="1994670309" sldId="268"/>
            <ac:grpSpMk id="6" creationId="{257C41EF-9F4D-189E-151C-92E2A94C17C0}"/>
          </ac:grpSpMkLst>
        </pc:grpChg>
        <pc:picChg chg="add mod">
          <ac:chgData name="Niklas Edvall" userId="43781445-81ad-48dd-8b8c-189d9ca08dfb" providerId="ADAL" clId="{6D900218-2EE8-4FFD-8B2A-D374C0FF7AAD}" dt="2026-09-08T09:24:26.836" v="1029" actId="164"/>
          <ac:picMkLst>
            <pc:docMk/>
            <pc:sldMk cId="1994670309" sldId="268"/>
            <ac:picMk id="3" creationId="{963986EF-7EE9-6BE9-4689-46D7516040B4}"/>
          </ac:picMkLst>
        </pc:picChg>
      </pc:sldChg>
      <pc:sldChg chg="addSp delSp modSp add mod addAnim delAnim modAnim">
        <pc:chgData name="Niklas Edvall" userId="43781445-81ad-48dd-8b8c-189d9ca08dfb" providerId="ADAL" clId="{6D900218-2EE8-4FFD-8B2A-D374C0FF7AAD}" dt="2026-09-02T11:38:23.766" v="100"/>
        <pc:sldMkLst>
          <pc:docMk/>
          <pc:sldMk cId="3250623392" sldId="269"/>
        </pc:sldMkLst>
        <pc:grpChg chg="mod">
          <ac:chgData name="Niklas Edvall" userId="43781445-81ad-48dd-8b8c-189d9ca08dfb" providerId="ADAL" clId="{6D900218-2EE8-4FFD-8B2A-D374C0FF7AAD}" dt="2026-09-02T11:37:25.520" v="77"/>
          <ac:grpSpMkLst>
            <pc:docMk/>
            <pc:sldMk cId="3250623392" sldId="269"/>
            <ac:grpSpMk id="17" creationId="{E0926181-0168-893C-801A-D5776BAA8B15}"/>
          </ac:grpSpMkLst>
        </pc:grpChg>
        <pc:picChg chg="add mod">
          <ac:chgData name="Niklas Edvall" userId="43781445-81ad-48dd-8b8c-189d9ca08dfb" providerId="ADAL" clId="{6D900218-2EE8-4FFD-8B2A-D374C0FF7AAD}" dt="2026-09-02T11:36:27.580" v="60" actId="14861"/>
          <ac:picMkLst>
            <pc:docMk/>
            <pc:sldMk cId="3250623392" sldId="269"/>
            <ac:picMk id="3" creationId="{DDFF49BE-67ED-3E36-F7FA-BC643215D1EF}"/>
          </ac:picMkLst>
        </pc:picChg>
        <pc:inkChg chg="add">
          <ac:chgData name="Niklas Edvall" userId="43781445-81ad-48dd-8b8c-189d9ca08dfb" providerId="ADAL" clId="{6D900218-2EE8-4FFD-8B2A-D374C0FF7AAD}" dt="2026-09-02T11:37:16.486" v="68" actId="9405"/>
          <ac:inkMkLst>
            <pc:docMk/>
            <pc:sldMk cId="3250623392" sldId="269"/>
            <ac:inkMk id="11" creationId="{47BD75E5-C260-96A3-2116-742BE63D9DBB}"/>
          </ac:inkMkLst>
        </pc:inkChg>
        <pc:inkChg chg="add mod">
          <ac:chgData name="Niklas Edvall" userId="43781445-81ad-48dd-8b8c-189d9ca08dfb" providerId="ADAL" clId="{6D900218-2EE8-4FFD-8B2A-D374C0FF7AAD}" dt="2026-09-02T11:37:25.520" v="77"/>
          <ac:inkMkLst>
            <pc:docMk/>
            <pc:sldMk cId="3250623392" sldId="269"/>
            <ac:inkMk id="15" creationId="{E4DCB0F7-F295-AFF7-018B-DF18CC5BA46E}"/>
          </ac:inkMkLst>
        </pc:inkChg>
        <pc:inkChg chg="add mod">
          <ac:chgData name="Niklas Edvall" userId="43781445-81ad-48dd-8b8c-189d9ca08dfb" providerId="ADAL" clId="{6D900218-2EE8-4FFD-8B2A-D374C0FF7AAD}" dt="2026-09-02T11:37:25.520" v="77"/>
          <ac:inkMkLst>
            <pc:docMk/>
            <pc:sldMk cId="3250623392" sldId="269"/>
            <ac:inkMk id="16" creationId="{E22F21F1-7559-7E65-D3B3-789A44F4C646}"/>
          </ac:inkMkLst>
        </pc:inkChg>
        <pc:inkChg chg="add mod">
          <ac:chgData name="Niklas Edvall" userId="43781445-81ad-48dd-8b8c-189d9ca08dfb" providerId="ADAL" clId="{6D900218-2EE8-4FFD-8B2A-D374C0FF7AAD}" dt="2026-09-02T11:37:28.774" v="82"/>
          <ac:inkMkLst>
            <pc:docMk/>
            <pc:sldMk cId="3250623392" sldId="269"/>
            <ac:inkMk id="18" creationId="{165FFDF5-564C-F4FB-0940-F1E252C64B5D}"/>
          </ac:inkMkLst>
        </pc:inkChg>
        <pc:inkChg chg="add">
          <ac:chgData name="Niklas Edvall" userId="43781445-81ad-48dd-8b8c-189d9ca08dfb" providerId="ADAL" clId="{6D900218-2EE8-4FFD-8B2A-D374C0FF7AAD}" dt="2026-09-02T11:37:29.806" v="83" actId="9405"/>
          <ac:inkMkLst>
            <pc:docMk/>
            <pc:sldMk cId="3250623392" sldId="269"/>
            <ac:inkMk id="21" creationId="{C727B34B-5694-C9BE-A32B-0C147F0BD324}"/>
          </ac:inkMkLst>
        </pc:inkChg>
      </pc:sldChg>
      <pc:sldChg chg="addSp delSp modSp new mod modAnim">
        <pc:chgData name="Niklas Edvall" userId="43781445-81ad-48dd-8b8c-189d9ca08dfb" providerId="ADAL" clId="{6D900218-2EE8-4FFD-8B2A-D374C0FF7AAD}" dt="2026-09-08T08:20:22.880" v="789" actId="1076"/>
        <pc:sldMkLst>
          <pc:docMk/>
          <pc:sldMk cId="1257248306" sldId="270"/>
        </pc:sldMkLst>
        <pc:picChg chg="add mod">
          <ac:chgData name="Niklas Edvall" userId="43781445-81ad-48dd-8b8c-189d9ca08dfb" providerId="ADAL" clId="{6D900218-2EE8-4FFD-8B2A-D374C0FF7AAD}" dt="2026-09-02T11:36:08.233" v="58" actId="1076"/>
          <ac:picMkLst>
            <pc:docMk/>
            <pc:sldMk cId="1257248306" sldId="270"/>
            <ac:picMk id="5" creationId="{F99B96A8-D7CF-28F3-8DBC-0CD60E8DF346}"/>
          </ac:picMkLst>
        </pc:picChg>
        <pc:inkChg chg="add mod">
          <ac:chgData name="Niklas Edvall" userId="43781445-81ad-48dd-8b8c-189d9ca08dfb" providerId="ADAL" clId="{6D900218-2EE8-4FFD-8B2A-D374C0FF7AAD}" dt="2026-09-08T08:20:22.880" v="789" actId="1076"/>
          <ac:inkMkLst>
            <pc:docMk/>
            <pc:sldMk cId="1257248306" sldId="270"/>
            <ac:inkMk id="2" creationId="{D2453712-4EB9-59FA-8869-C34B6ED310BB}"/>
          </ac:inkMkLst>
        </pc:inkChg>
      </pc:sldChg>
      <pc:sldChg chg="add">
        <pc:chgData name="Niklas Edvall" userId="43781445-81ad-48dd-8b8c-189d9ca08dfb" providerId="ADAL" clId="{6D900218-2EE8-4FFD-8B2A-D374C0FF7AAD}" dt="2026-09-02T11:39:02.684" v="103"/>
        <pc:sldMkLst>
          <pc:docMk/>
          <pc:sldMk cId="2944514495" sldId="271"/>
        </pc:sldMkLst>
      </pc:sldChg>
      <pc:sldChg chg="addSp delSp modSp add mod">
        <pc:chgData name="Niklas Edvall" userId="43781445-81ad-48dd-8b8c-189d9ca08dfb" providerId="ADAL" clId="{6D900218-2EE8-4FFD-8B2A-D374C0FF7AAD}" dt="2026-09-08T14:06:44.053" v="1403" actId="14861"/>
        <pc:sldMkLst>
          <pc:docMk/>
          <pc:sldMk cId="44558125" sldId="272"/>
        </pc:sldMkLst>
        <pc:spChg chg="add mod">
          <ac:chgData name="Niklas Edvall" userId="43781445-81ad-48dd-8b8c-189d9ca08dfb" providerId="ADAL" clId="{6D900218-2EE8-4FFD-8B2A-D374C0FF7AAD}" dt="2026-09-02T11:39:32.524" v="121" actId="1076"/>
          <ac:spMkLst>
            <pc:docMk/>
            <pc:sldMk cId="44558125" sldId="272"/>
            <ac:spMk id="2" creationId="{B7A255D1-47A9-CD24-3268-C8D971685F4E}"/>
          </ac:spMkLst>
        </pc:spChg>
        <pc:picChg chg="add mod">
          <ac:chgData name="Niklas Edvall" userId="43781445-81ad-48dd-8b8c-189d9ca08dfb" providerId="ADAL" clId="{6D900218-2EE8-4FFD-8B2A-D374C0FF7AAD}" dt="2026-09-08T14:06:44.053" v="1403" actId="14861"/>
          <ac:picMkLst>
            <pc:docMk/>
            <pc:sldMk cId="44558125" sldId="272"/>
            <ac:picMk id="4" creationId="{28E0D11C-13E1-928C-2D6F-97A1DB7622C2}"/>
          </ac:picMkLst>
        </pc:picChg>
      </pc:sldChg>
      <pc:sldChg chg="addSp modSp add mod">
        <pc:chgData name="Niklas Edvall" userId="43781445-81ad-48dd-8b8c-189d9ca08dfb" providerId="ADAL" clId="{6D900218-2EE8-4FFD-8B2A-D374C0FF7AAD}" dt="2026-09-08T14:07:38.785" v="1408" actId="1076"/>
        <pc:sldMkLst>
          <pc:docMk/>
          <pc:sldMk cId="553887544" sldId="273"/>
        </pc:sldMkLst>
        <pc:picChg chg="add mod">
          <ac:chgData name="Niklas Edvall" userId="43781445-81ad-48dd-8b8c-189d9ca08dfb" providerId="ADAL" clId="{6D900218-2EE8-4FFD-8B2A-D374C0FF7AAD}" dt="2026-09-08T14:07:38.785" v="1408" actId="1076"/>
          <ac:picMkLst>
            <pc:docMk/>
            <pc:sldMk cId="553887544" sldId="273"/>
            <ac:picMk id="4" creationId="{A6B40349-4ADC-FA46-A899-42F70D9750BF}"/>
          </ac:picMkLst>
        </pc:picChg>
      </pc:sldChg>
      <pc:sldChg chg="addSp delSp modSp add mod ord">
        <pc:chgData name="Niklas Edvall" userId="43781445-81ad-48dd-8b8c-189d9ca08dfb" providerId="ADAL" clId="{6D900218-2EE8-4FFD-8B2A-D374C0FF7AAD}" dt="2026-09-08T13:06:20.931" v="1060"/>
        <pc:sldMkLst>
          <pc:docMk/>
          <pc:sldMk cId="517461766" sldId="479"/>
        </pc:sldMkLst>
        <pc:spChg chg="add mod">
          <ac:chgData name="Niklas Edvall" userId="43781445-81ad-48dd-8b8c-189d9ca08dfb" providerId="ADAL" clId="{6D900218-2EE8-4FFD-8B2A-D374C0FF7AAD}" dt="2026-09-08T13:06:20.931" v="1060"/>
          <ac:spMkLst>
            <pc:docMk/>
            <pc:sldMk cId="517461766" sldId="479"/>
            <ac:spMk id="3" creationId="{F38D3F85-47F5-BBF9-6813-B1906DF35E2C}"/>
          </ac:spMkLst>
        </pc:spChg>
        <pc:spChg chg="add mod">
          <ac:chgData name="Niklas Edvall" userId="43781445-81ad-48dd-8b8c-189d9ca08dfb" providerId="ADAL" clId="{6D900218-2EE8-4FFD-8B2A-D374C0FF7AAD}" dt="2026-09-08T13:06:20.931" v="1060"/>
          <ac:spMkLst>
            <pc:docMk/>
            <pc:sldMk cId="517461766" sldId="479"/>
            <ac:spMk id="4" creationId="{E26343AF-2391-02B3-504B-E241FFF4047B}"/>
          </ac:spMkLst>
        </pc:spChg>
        <pc:spChg chg="add mod">
          <ac:chgData name="Niklas Edvall" userId="43781445-81ad-48dd-8b8c-189d9ca08dfb" providerId="ADAL" clId="{6D900218-2EE8-4FFD-8B2A-D374C0FF7AAD}" dt="2026-09-08T13:06:20.931" v="1060"/>
          <ac:spMkLst>
            <pc:docMk/>
            <pc:sldMk cId="517461766" sldId="479"/>
            <ac:spMk id="8" creationId="{1342419A-776D-8D97-AF1D-0327349D544B}"/>
          </ac:spMkLst>
        </pc:spChg>
        <pc:spChg chg="add mod">
          <ac:chgData name="Niklas Edvall" userId="43781445-81ad-48dd-8b8c-189d9ca08dfb" providerId="ADAL" clId="{6D900218-2EE8-4FFD-8B2A-D374C0FF7AAD}" dt="2026-09-08T13:06:20.931" v="1060"/>
          <ac:spMkLst>
            <pc:docMk/>
            <pc:sldMk cId="517461766" sldId="479"/>
            <ac:spMk id="9" creationId="{66762CAD-FFB5-0DEB-E799-BA65C62AAD5A}"/>
          </ac:spMkLst>
        </pc:spChg>
        <pc:picChg chg="add mod">
          <ac:chgData name="Niklas Edvall" userId="43781445-81ad-48dd-8b8c-189d9ca08dfb" providerId="ADAL" clId="{6D900218-2EE8-4FFD-8B2A-D374C0FF7AAD}" dt="2026-09-08T13:06:20.931" v="1060"/>
          <ac:picMkLst>
            <pc:docMk/>
            <pc:sldMk cId="517461766" sldId="479"/>
            <ac:picMk id="6" creationId="{75C52631-A39A-91E0-3097-83F0E178916B}"/>
          </ac:picMkLst>
        </pc:picChg>
        <pc:picChg chg="add mod">
          <ac:chgData name="Niklas Edvall" userId="43781445-81ad-48dd-8b8c-189d9ca08dfb" providerId="ADAL" clId="{6D900218-2EE8-4FFD-8B2A-D374C0FF7AAD}" dt="2026-09-08T13:06:20.931" v="1060"/>
          <ac:picMkLst>
            <pc:docMk/>
            <pc:sldMk cId="517461766" sldId="479"/>
            <ac:picMk id="7" creationId="{CDA641ED-DD54-BE86-DB57-F3030862D003}"/>
          </ac:picMkLst>
        </pc:picChg>
      </pc:sldChg>
      <pc:sldChg chg="addSp delSp modSp add mod ord addAnim delAnim modAnim">
        <pc:chgData name="Niklas Edvall" userId="43781445-81ad-48dd-8b8c-189d9ca08dfb" providerId="ADAL" clId="{6D900218-2EE8-4FFD-8B2A-D374C0FF7AAD}" dt="2026-09-08T14:29:58.562" v="2010" actId="20577"/>
        <pc:sldMkLst>
          <pc:docMk/>
          <pc:sldMk cId="1718799087" sldId="480"/>
        </pc:sldMkLst>
        <pc:spChg chg="add mod">
          <ac:chgData name="Niklas Edvall" userId="43781445-81ad-48dd-8b8c-189d9ca08dfb" providerId="ADAL" clId="{6D900218-2EE8-4FFD-8B2A-D374C0FF7AAD}" dt="2026-09-08T14:05:48.932" v="1397" actId="14100"/>
          <ac:spMkLst>
            <pc:docMk/>
            <pc:sldMk cId="1718799087" sldId="480"/>
            <ac:spMk id="4" creationId="{187B6232-4242-D042-6A03-5003300D3818}"/>
          </ac:spMkLst>
        </pc:spChg>
        <pc:spChg chg="add mod">
          <ac:chgData name="Niklas Edvall" userId="43781445-81ad-48dd-8b8c-189d9ca08dfb" providerId="ADAL" clId="{6D900218-2EE8-4FFD-8B2A-D374C0FF7AAD}" dt="2026-09-08T14:09:48.547" v="1433" actId="1076"/>
          <ac:spMkLst>
            <pc:docMk/>
            <pc:sldMk cId="1718799087" sldId="480"/>
            <ac:spMk id="5" creationId="{D71054F5-A0D5-E4AF-C4A2-32567A56FD45}"/>
          </ac:spMkLst>
        </pc:spChg>
        <pc:spChg chg="add mod">
          <ac:chgData name="Niklas Edvall" userId="43781445-81ad-48dd-8b8c-189d9ca08dfb" providerId="ADAL" clId="{6D900218-2EE8-4FFD-8B2A-D374C0FF7AAD}" dt="2026-09-08T14:10:09.127" v="1448" actId="20577"/>
          <ac:spMkLst>
            <pc:docMk/>
            <pc:sldMk cId="1718799087" sldId="480"/>
            <ac:spMk id="9" creationId="{4B6FCC2A-D471-F0C9-F7ED-02C68A4257F1}"/>
          </ac:spMkLst>
        </pc:spChg>
        <pc:spChg chg="add mod">
          <ac:chgData name="Niklas Edvall" userId="43781445-81ad-48dd-8b8c-189d9ca08dfb" providerId="ADAL" clId="{6D900218-2EE8-4FFD-8B2A-D374C0FF7AAD}" dt="2026-09-08T14:10:32.725" v="1479" actId="20577"/>
          <ac:spMkLst>
            <pc:docMk/>
            <pc:sldMk cId="1718799087" sldId="480"/>
            <ac:spMk id="11" creationId="{3E122998-2ADE-CFCF-38ED-3020699EFF10}"/>
          </ac:spMkLst>
        </pc:spChg>
        <pc:spChg chg="add mod">
          <ac:chgData name="Niklas Edvall" userId="43781445-81ad-48dd-8b8c-189d9ca08dfb" providerId="ADAL" clId="{6D900218-2EE8-4FFD-8B2A-D374C0FF7AAD}" dt="2026-09-08T14:10:52.945" v="1503" actId="1076"/>
          <ac:spMkLst>
            <pc:docMk/>
            <pc:sldMk cId="1718799087" sldId="480"/>
            <ac:spMk id="13" creationId="{98AE74B7-1BB3-6BFF-7F21-EC1B29C0867B}"/>
          </ac:spMkLst>
        </pc:spChg>
        <pc:spChg chg="add mod">
          <ac:chgData name="Niklas Edvall" userId="43781445-81ad-48dd-8b8c-189d9ca08dfb" providerId="ADAL" clId="{6D900218-2EE8-4FFD-8B2A-D374C0FF7AAD}" dt="2026-09-08T14:12:04.781" v="1529" actId="20577"/>
          <ac:spMkLst>
            <pc:docMk/>
            <pc:sldMk cId="1718799087" sldId="480"/>
            <ac:spMk id="15" creationId="{3D554C63-18BB-7D65-59CA-766114BB56F2}"/>
          </ac:spMkLst>
        </pc:spChg>
        <pc:spChg chg="add mod">
          <ac:chgData name="Niklas Edvall" userId="43781445-81ad-48dd-8b8c-189d9ca08dfb" providerId="ADAL" clId="{6D900218-2EE8-4FFD-8B2A-D374C0FF7AAD}" dt="2026-09-08T14:12:42.743" v="1582" actId="20577"/>
          <ac:spMkLst>
            <pc:docMk/>
            <pc:sldMk cId="1718799087" sldId="480"/>
            <ac:spMk id="17" creationId="{4ECFC063-7027-5288-06DA-EAE1110B1F13}"/>
          </ac:spMkLst>
        </pc:spChg>
        <pc:spChg chg="add mod">
          <ac:chgData name="Niklas Edvall" userId="43781445-81ad-48dd-8b8c-189d9ca08dfb" providerId="ADAL" clId="{6D900218-2EE8-4FFD-8B2A-D374C0FF7AAD}" dt="2026-09-08T14:14:08.319" v="1655" actId="20577"/>
          <ac:spMkLst>
            <pc:docMk/>
            <pc:sldMk cId="1718799087" sldId="480"/>
            <ac:spMk id="23" creationId="{A72AB063-6878-43D7-50EC-817DF67A817D}"/>
          </ac:spMkLst>
        </pc:spChg>
        <pc:spChg chg="add mod">
          <ac:chgData name="Niklas Edvall" userId="43781445-81ad-48dd-8b8c-189d9ca08dfb" providerId="ADAL" clId="{6D900218-2EE8-4FFD-8B2A-D374C0FF7AAD}" dt="2026-09-08T14:14:29.424" v="1676" actId="20577"/>
          <ac:spMkLst>
            <pc:docMk/>
            <pc:sldMk cId="1718799087" sldId="480"/>
            <ac:spMk id="25" creationId="{1BAE5DCE-B70A-46AB-B64D-B6B1B7B85AFC}"/>
          </ac:spMkLst>
        </pc:spChg>
        <pc:spChg chg="add mod">
          <ac:chgData name="Niklas Edvall" userId="43781445-81ad-48dd-8b8c-189d9ca08dfb" providerId="ADAL" clId="{6D900218-2EE8-4FFD-8B2A-D374C0FF7AAD}" dt="2026-09-08T14:14:52.080" v="1703" actId="20577"/>
          <ac:spMkLst>
            <pc:docMk/>
            <pc:sldMk cId="1718799087" sldId="480"/>
            <ac:spMk id="27" creationId="{3D58F548-5F43-936D-5FB0-A60A532A4AB1}"/>
          </ac:spMkLst>
        </pc:spChg>
        <pc:spChg chg="add mod">
          <ac:chgData name="Niklas Edvall" userId="43781445-81ad-48dd-8b8c-189d9ca08dfb" providerId="ADAL" clId="{6D900218-2EE8-4FFD-8B2A-D374C0FF7AAD}" dt="2026-09-08T14:25:14.915" v="1904"/>
          <ac:spMkLst>
            <pc:docMk/>
            <pc:sldMk cId="1718799087" sldId="480"/>
            <ac:spMk id="28" creationId="{306C6FF8-D0F9-5288-24BA-C325ACE6FFA8}"/>
          </ac:spMkLst>
        </pc:spChg>
        <pc:spChg chg="add mod">
          <ac:chgData name="Niklas Edvall" userId="43781445-81ad-48dd-8b8c-189d9ca08dfb" providerId="ADAL" clId="{6D900218-2EE8-4FFD-8B2A-D374C0FF7AAD}" dt="2026-09-08T14:25:48.713" v="1925" actId="1076"/>
          <ac:spMkLst>
            <pc:docMk/>
            <pc:sldMk cId="1718799087" sldId="480"/>
            <ac:spMk id="30" creationId="{776DFAE4-5DEE-005E-3818-E11A3F719D62}"/>
          </ac:spMkLst>
        </pc:spChg>
        <pc:spChg chg="add mod">
          <ac:chgData name="Niklas Edvall" userId="43781445-81ad-48dd-8b8c-189d9ca08dfb" providerId="ADAL" clId="{6D900218-2EE8-4FFD-8B2A-D374C0FF7AAD}" dt="2026-09-08T14:29:58.562" v="2010" actId="20577"/>
          <ac:spMkLst>
            <pc:docMk/>
            <pc:sldMk cId="1718799087" sldId="480"/>
            <ac:spMk id="32" creationId="{746B23FA-6707-BA6D-FE24-9EDCB1717E99}"/>
          </ac:spMkLst>
        </pc:spChg>
        <pc:spChg chg="add">
          <ac:chgData name="Niklas Edvall" userId="43781445-81ad-48dd-8b8c-189d9ca08dfb" providerId="ADAL" clId="{6D900218-2EE8-4FFD-8B2A-D374C0FF7AAD}" dt="2026-09-08T14:29:27.406" v="1987" actId="22"/>
          <ac:spMkLst>
            <pc:docMk/>
            <pc:sldMk cId="1718799087" sldId="480"/>
            <ac:spMk id="44" creationId="{05EDA400-EF0C-3975-CABD-C9A63D24C08D}"/>
          </ac:spMkLst>
        </pc:spChg>
        <pc:grpChg chg="mod">
          <ac:chgData name="Niklas Edvall" userId="43781445-81ad-48dd-8b8c-189d9ca08dfb" providerId="ADAL" clId="{6D900218-2EE8-4FFD-8B2A-D374C0FF7AAD}" dt="2026-09-08T14:27:08.306" v="1933"/>
          <ac:grpSpMkLst>
            <pc:docMk/>
            <pc:sldMk cId="1718799087" sldId="480"/>
            <ac:grpSpMk id="35" creationId="{2929B428-DF2E-90D0-1CB6-8782ABFBA9E8}"/>
          </ac:grpSpMkLst>
        </pc:grpChg>
        <pc:grpChg chg="mod">
          <ac:chgData name="Niklas Edvall" userId="43781445-81ad-48dd-8b8c-189d9ca08dfb" providerId="ADAL" clId="{6D900218-2EE8-4FFD-8B2A-D374C0FF7AAD}" dt="2026-09-08T14:27:30.319" v="1945"/>
          <ac:grpSpMkLst>
            <pc:docMk/>
            <pc:sldMk cId="1718799087" sldId="480"/>
            <ac:grpSpMk id="38" creationId="{8B99547A-E314-7B4A-7F78-6FE281A50869}"/>
          </ac:grpSpMkLst>
        </pc:grpChg>
        <pc:grpChg chg="mod">
          <ac:chgData name="Niklas Edvall" userId="43781445-81ad-48dd-8b8c-189d9ca08dfb" providerId="ADAL" clId="{6D900218-2EE8-4FFD-8B2A-D374C0FF7AAD}" dt="2026-09-08T14:29:01.874" v="1983" actId="1582"/>
          <ac:grpSpMkLst>
            <pc:docMk/>
            <pc:sldMk cId="1718799087" sldId="480"/>
            <ac:grpSpMk id="41" creationId="{771FA47B-15D8-4B10-BC42-38D6FF94A758}"/>
          </ac:grpSpMkLst>
        </pc:grpChg>
        <pc:inkChg chg="add mod">
          <ac:chgData name="Niklas Edvall" userId="43781445-81ad-48dd-8b8c-189d9ca08dfb" providerId="ADAL" clId="{6D900218-2EE8-4FFD-8B2A-D374C0FF7AAD}" dt="2026-09-08T14:27:08.306" v="1933"/>
          <ac:inkMkLst>
            <pc:docMk/>
            <pc:sldMk cId="1718799087" sldId="480"/>
            <ac:inkMk id="33" creationId="{AC445667-315C-5FEB-3CC6-D1368174C422}"/>
          </ac:inkMkLst>
        </pc:inkChg>
        <pc:inkChg chg="add mod">
          <ac:chgData name="Niklas Edvall" userId="43781445-81ad-48dd-8b8c-189d9ca08dfb" providerId="ADAL" clId="{6D900218-2EE8-4FFD-8B2A-D374C0FF7AAD}" dt="2026-09-08T14:27:08.306" v="1933"/>
          <ac:inkMkLst>
            <pc:docMk/>
            <pc:sldMk cId="1718799087" sldId="480"/>
            <ac:inkMk id="34" creationId="{689B5628-720D-97F8-1C1F-C07A12568340}"/>
          </ac:inkMkLst>
        </pc:inkChg>
        <pc:inkChg chg="add mod">
          <ac:chgData name="Niklas Edvall" userId="43781445-81ad-48dd-8b8c-189d9ca08dfb" providerId="ADAL" clId="{6D900218-2EE8-4FFD-8B2A-D374C0FF7AAD}" dt="2026-09-08T14:27:30.319" v="1945"/>
          <ac:inkMkLst>
            <pc:docMk/>
            <pc:sldMk cId="1718799087" sldId="480"/>
            <ac:inkMk id="36" creationId="{A33A0FF5-C261-8D4C-12EF-4A11866013A9}"/>
          </ac:inkMkLst>
        </pc:inkChg>
        <pc:inkChg chg="add mod">
          <ac:chgData name="Niklas Edvall" userId="43781445-81ad-48dd-8b8c-189d9ca08dfb" providerId="ADAL" clId="{6D900218-2EE8-4FFD-8B2A-D374C0FF7AAD}" dt="2026-09-08T14:27:30.319" v="1945"/>
          <ac:inkMkLst>
            <pc:docMk/>
            <pc:sldMk cId="1718799087" sldId="480"/>
            <ac:inkMk id="37" creationId="{6B86BD4D-6A41-3CE5-C35D-80C0C046E465}"/>
          </ac:inkMkLst>
        </pc:inkChg>
        <pc:inkChg chg="add mod">
          <ac:chgData name="Niklas Edvall" userId="43781445-81ad-48dd-8b8c-189d9ca08dfb" providerId="ADAL" clId="{6D900218-2EE8-4FFD-8B2A-D374C0FF7AAD}" dt="2026-09-08T14:28:21.119" v="1956"/>
          <ac:inkMkLst>
            <pc:docMk/>
            <pc:sldMk cId="1718799087" sldId="480"/>
            <ac:inkMk id="39" creationId="{C3610351-A149-4DA4-C34A-B4420D5C8365}"/>
          </ac:inkMkLst>
        </pc:inkChg>
        <pc:inkChg chg="add mod">
          <ac:chgData name="Niklas Edvall" userId="43781445-81ad-48dd-8b8c-189d9ca08dfb" providerId="ADAL" clId="{6D900218-2EE8-4FFD-8B2A-D374C0FF7AAD}" dt="2026-09-08T14:28:21.119" v="1956"/>
          <ac:inkMkLst>
            <pc:docMk/>
            <pc:sldMk cId="1718799087" sldId="480"/>
            <ac:inkMk id="40" creationId="{A84B7332-0075-203E-9FDB-7C55E10A916F}"/>
          </ac:inkMkLst>
        </pc:inkChg>
      </pc:sldChg>
      <pc:sldChg chg="add addAnim delAnim modAnim">
        <pc:chgData name="Niklas Edvall" userId="43781445-81ad-48dd-8b8c-189d9ca08dfb" providerId="ADAL" clId="{6D900218-2EE8-4FFD-8B2A-D374C0FF7AAD}" dt="2026-09-03T11:59:50.831" v="782"/>
        <pc:sldMkLst>
          <pc:docMk/>
          <pc:sldMk cId="803338808" sldId="483"/>
        </pc:sldMkLst>
      </pc:sldChg>
      <pc:sldChg chg="addSp delSp modSp add mod addAnim delAnim modAnim">
        <pc:chgData name="Niklas Edvall" userId="43781445-81ad-48dd-8b8c-189d9ca08dfb" providerId="ADAL" clId="{6D900218-2EE8-4FFD-8B2A-D374C0FF7AAD}" dt="2026-09-08T08:26:41.080" v="816" actId="167"/>
        <pc:sldMkLst>
          <pc:docMk/>
          <pc:sldMk cId="1544262215" sldId="484"/>
        </pc:sldMkLst>
        <pc:spChg chg="add mod">
          <ac:chgData name="Niklas Edvall" userId="43781445-81ad-48dd-8b8c-189d9ca08dfb" providerId="ADAL" clId="{6D900218-2EE8-4FFD-8B2A-D374C0FF7AAD}" dt="2026-09-03T11:55:02.060" v="728" actId="1076"/>
          <ac:spMkLst>
            <pc:docMk/>
            <pc:sldMk cId="1544262215" sldId="484"/>
            <ac:spMk id="5" creationId="{F57925AA-7D6E-B297-2E71-C17499D95A2A}"/>
          </ac:spMkLst>
        </pc:spChg>
        <pc:spChg chg="add mod">
          <ac:chgData name="Niklas Edvall" userId="43781445-81ad-48dd-8b8c-189d9ca08dfb" providerId="ADAL" clId="{6D900218-2EE8-4FFD-8B2A-D374C0FF7AAD}" dt="2026-09-03T11:55:10.276" v="730" actId="1076"/>
          <ac:spMkLst>
            <pc:docMk/>
            <pc:sldMk cId="1544262215" sldId="484"/>
            <ac:spMk id="6" creationId="{306050F5-484D-F6E6-C030-64E4B01E4B25}"/>
          </ac:spMkLst>
        </pc:spChg>
        <pc:spChg chg="add mod">
          <ac:chgData name="Niklas Edvall" userId="43781445-81ad-48dd-8b8c-189d9ca08dfb" providerId="ADAL" clId="{6D900218-2EE8-4FFD-8B2A-D374C0FF7AAD}" dt="2026-09-03T11:55:17.495" v="732" actId="1076"/>
          <ac:spMkLst>
            <pc:docMk/>
            <pc:sldMk cId="1544262215" sldId="484"/>
            <ac:spMk id="7" creationId="{ED50DC8D-0F65-5E8B-5B56-C812FB410B7E}"/>
          </ac:spMkLst>
        </pc:spChg>
        <pc:spChg chg="add mod">
          <ac:chgData name="Niklas Edvall" userId="43781445-81ad-48dd-8b8c-189d9ca08dfb" providerId="ADAL" clId="{6D900218-2EE8-4FFD-8B2A-D374C0FF7AAD}" dt="2026-09-03T11:55:24.615" v="735" actId="20577"/>
          <ac:spMkLst>
            <pc:docMk/>
            <pc:sldMk cId="1544262215" sldId="484"/>
            <ac:spMk id="8" creationId="{D8F05C85-F464-A04A-38F0-908C3083443B}"/>
          </ac:spMkLst>
        </pc:spChg>
        <pc:spChg chg="add mod">
          <ac:chgData name="Niklas Edvall" userId="43781445-81ad-48dd-8b8c-189d9ca08dfb" providerId="ADAL" clId="{6D900218-2EE8-4FFD-8B2A-D374C0FF7AAD}" dt="2026-09-03T11:55:29.320" v="737" actId="1076"/>
          <ac:spMkLst>
            <pc:docMk/>
            <pc:sldMk cId="1544262215" sldId="484"/>
            <ac:spMk id="9" creationId="{C4F6EC11-FFDA-7CD2-780B-9A5C165C6BA3}"/>
          </ac:spMkLst>
        </pc:spChg>
        <pc:spChg chg="add mod">
          <ac:chgData name="Niklas Edvall" userId="43781445-81ad-48dd-8b8c-189d9ca08dfb" providerId="ADAL" clId="{6D900218-2EE8-4FFD-8B2A-D374C0FF7AAD}" dt="2026-09-03T11:55:35.154" v="740" actId="20577"/>
          <ac:spMkLst>
            <pc:docMk/>
            <pc:sldMk cId="1544262215" sldId="484"/>
            <ac:spMk id="11" creationId="{FC666CFA-73B7-038A-2493-F8B89465E173}"/>
          </ac:spMkLst>
        </pc:spChg>
        <pc:spChg chg="add mod">
          <ac:chgData name="Niklas Edvall" userId="43781445-81ad-48dd-8b8c-189d9ca08dfb" providerId="ADAL" clId="{6D900218-2EE8-4FFD-8B2A-D374C0FF7AAD}" dt="2026-09-03T11:55:43.580" v="742" actId="1076"/>
          <ac:spMkLst>
            <pc:docMk/>
            <pc:sldMk cId="1544262215" sldId="484"/>
            <ac:spMk id="12" creationId="{ACF84D1F-4F47-B3C2-AF6C-465DEEB26812}"/>
          </ac:spMkLst>
        </pc:spChg>
        <pc:spChg chg="add mod">
          <ac:chgData name="Niklas Edvall" userId="43781445-81ad-48dd-8b8c-189d9ca08dfb" providerId="ADAL" clId="{6D900218-2EE8-4FFD-8B2A-D374C0FF7AAD}" dt="2026-09-03T11:55:59.831" v="745" actId="20577"/>
          <ac:spMkLst>
            <pc:docMk/>
            <pc:sldMk cId="1544262215" sldId="484"/>
            <ac:spMk id="13" creationId="{EDCD28EA-33B4-8D99-4F28-04F54133C691}"/>
          </ac:spMkLst>
        </pc:spChg>
        <pc:spChg chg="add mod">
          <ac:chgData name="Niklas Edvall" userId="43781445-81ad-48dd-8b8c-189d9ca08dfb" providerId="ADAL" clId="{6D900218-2EE8-4FFD-8B2A-D374C0FF7AAD}" dt="2026-09-03T11:56:04.892" v="747" actId="1076"/>
          <ac:spMkLst>
            <pc:docMk/>
            <pc:sldMk cId="1544262215" sldId="484"/>
            <ac:spMk id="14" creationId="{6EC3EF2B-267D-696F-1C2F-98E6FD0D8A1D}"/>
          </ac:spMkLst>
        </pc:spChg>
        <pc:spChg chg="add mod">
          <ac:chgData name="Niklas Edvall" userId="43781445-81ad-48dd-8b8c-189d9ca08dfb" providerId="ADAL" clId="{6D900218-2EE8-4FFD-8B2A-D374C0FF7AAD}" dt="2026-09-03T11:56:12.401" v="750" actId="20577"/>
          <ac:spMkLst>
            <pc:docMk/>
            <pc:sldMk cId="1544262215" sldId="484"/>
            <ac:spMk id="15" creationId="{78B9CA7E-D666-90F2-DA7D-BAB41223D7D9}"/>
          </ac:spMkLst>
        </pc:spChg>
        <pc:spChg chg="mod">
          <ac:chgData name="Niklas Edvall" userId="43781445-81ad-48dd-8b8c-189d9ca08dfb" providerId="ADAL" clId="{6D900218-2EE8-4FFD-8B2A-D374C0FF7AAD}" dt="2026-09-03T11:54:17.218" v="712" actId="20577"/>
          <ac:spMkLst>
            <pc:docMk/>
            <pc:sldMk cId="1544262215" sldId="484"/>
            <ac:spMk id="16" creationId="{DFA7BE54-EB16-F33E-67F7-FA98EAA7F186}"/>
          </ac:spMkLst>
        </pc:spChg>
        <pc:spChg chg="add mod">
          <ac:chgData name="Niklas Edvall" userId="43781445-81ad-48dd-8b8c-189d9ca08dfb" providerId="ADAL" clId="{6D900218-2EE8-4FFD-8B2A-D374C0FF7AAD}" dt="2026-09-03T11:56:16.105" v="752" actId="1076"/>
          <ac:spMkLst>
            <pc:docMk/>
            <pc:sldMk cId="1544262215" sldId="484"/>
            <ac:spMk id="17" creationId="{29B1C644-602E-55C1-88DA-5366CDF35E06}"/>
          </ac:spMkLst>
        </pc:spChg>
        <pc:spChg chg="add mod">
          <ac:chgData name="Niklas Edvall" userId="43781445-81ad-48dd-8b8c-189d9ca08dfb" providerId="ADAL" clId="{6D900218-2EE8-4FFD-8B2A-D374C0FF7AAD}" dt="2026-09-03T11:56:23.202" v="755" actId="20577"/>
          <ac:spMkLst>
            <pc:docMk/>
            <pc:sldMk cId="1544262215" sldId="484"/>
            <ac:spMk id="18" creationId="{F344D0FD-EB80-C340-FDC5-2445313B568C}"/>
          </ac:spMkLst>
        </pc:spChg>
        <pc:spChg chg="add mod">
          <ac:chgData name="Niklas Edvall" userId="43781445-81ad-48dd-8b8c-189d9ca08dfb" providerId="ADAL" clId="{6D900218-2EE8-4FFD-8B2A-D374C0FF7AAD}" dt="2026-09-03T11:56:29.760" v="757" actId="1076"/>
          <ac:spMkLst>
            <pc:docMk/>
            <pc:sldMk cId="1544262215" sldId="484"/>
            <ac:spMk id="19" creationId="{7B1933DE-B1ED-AA4C-26A0-65A1D47B1EC4}"/>
          </ac:spMkLst>
        </pc:spChg>
        <pc:spChg chg="add mod">
          <ac:chgData name="Niklas Edvall" userId="43781445-81ad-48dd-8b8c-189d9ca08dfb" providerId="ADAL" clId="{6D900218-2EE8-4FFD-8B2A-D374C0FF7AAD}" dt="2026-09-03T11:56:35.876" v="761" actId="1076"/>
          <ac:spMkLst>
            <pc:docMk/>
            <pc:sldMk cId="1544262215" sldId="484"/>
            <ac:spMk id="20" creationId="{AD3DCB62-71A5-0A26-5F2B-E71024E544A6}"/>
          </ac:spMkLst>
        </pc:spChg>
        <pc:spChg chg="add mod">
          <ac:chgData name="Niklas Edvall" userId="43781445-81ad-48dd-8b8c-189d9ca08dfb" providerId="ADAL" clId="{6D900218-2EE8-4FFD-8B2A-D374C0FF7AAD}" dt="2026-09-03T11:56:39.457" v="763" actId="1076"/>
          <ac:spMkLst>
            <pc:docMk/>
            <pc:sldMk cId="1544262215" sldId="484"/>
            <ac:spMk id="21" creationId="{F99A0D62-7D24-2B83-195F-2D18D1E03E5E}"/>
          </ac:spMkLst>
        </pc:spChg>
        <pc:spChg chg="add mod">
          <ac:chgData name="Niklas Edvall" userId="43781445-81ad-48dd-8b8c-189d9ca08dfb" providerId="ADAL" clId="{6D900218-2EE8-4FFD-8B2A-D374C0FF7AAD}" dt="2026-09-03T11:56:46.001" v="767" actId="1076"/>
          <ac:spMkLst>
            <pc:docMk/>
            <pc:sldMk cId="1544262215" sldId="484"/>
            <ac:spMk id="22" creationId="{F24301D3-7CA7-6C9C-C848-43BEF5D3E095}"/>
          </ac:spMkLst>
        </pc:spChg>
        <pc:spChg chg="add mod">
          <ac:chgData name="Niklas Edvall" userId="43781445-81ad-48dd-8b8c-189d9ca08dfb" providerId="ADAL" clId="{6D900218-2EE8-4FFD-8B2A-D374C0FF7AAD}" dt="2026-09-03T11:56:54.639" v="770" actId="1076"/>
          <ac:spMkLst>
            <pc:docMk/>
            <pc:sldMk cId="1544262215" sldId="484"/>
            <ac:spMk id="23" creationId="{39B45825-2EB8-E0D3-5941-B26457F5C022}"/>
          </ac:spMkLst>
        </pc:spChg>
        <pc:picChg chg="add ord">
          <ac:chgData name="Niklas Edvall" userId="43781445-81ad-48dd-8b8c-189d9ca08dfb" providerId="ADAL" clId="{6D900218-2EE8-4FFD-8B2A-D374C0FF7AAD}" dt="2026-09-08T08:26:41.080" v="816" actId="167"/>
          <ac:picMkLst>
            <pc:docMk/>
            <pc:sldMk cId="1544262215" sldId="484"/>
            <ac:picMk id="3" creationId="{D53E4ECB-2CDD-CBC9-A38E-AEAEC38FDB37}"/>
          </ac:picMkLst>
        </pc:picChg>
      </pc:sldChg>
      <pc:sldChg chg="addSp delSp modSp add mod delAnim">
        <pc:chgData name="Niklas Edvall" userId="43781445-81ad-48dd-8b8c-189d9ca08dfb" providerId="ADAL" clId="{6D900218-2EE8-4FFD-8B2A-D374C0FF7AAD}" dt="2026-09-08T09:24:52.357" v="1037" actId="1076"/>
        <pc:sldMkLst>
          <pc:docMk/>
          <pc:sldMk cId="2260442312" sldId="485"/>
        </pc:sldMkLst>
        <pc:picChg chg="add mod">
          <ac:chgData name="Niklas Edvall" userId="43781445-81ad-48dd-8b8c-189d9ca08dfb" providerId="ADAL" clId="{6D900218-2EE8-4FFD-8B2A-D374C0FF7AAD}" dt="2026-09-08T09:24:52.357" v="1037" actId="1076"/>
          <ac:picMkLst>
            <pc:docMk/>
            <pc:sldMk cId="2260442312" sldId="485"/>
            <ac:picMk id="7" creationId="{F5EDF47A-61F7-93A2-5D92-820C86809CCB}"/>
          </ac:picMkLst>
        </pc:picChg>
      </pc:sldChg>
      <pc:sldChg chg="addSp delSp modSp new mod chgLayout">
        <pc:chgData name="Niklas Edvall" userId="43781445-81ad-48dd-8b8c-189d9ca08dfb" providerId="ADAL" clId="{6D900218-2EE8-4FFD-8B2A-D374C0FF7AAD}" dt="2026-09-08T13:04:25.069" v="1058" actId="403"/>
        <pc:sldMkLst>
          <pc:docMk/>
          <pc:sldMk cId="3677774541" sldId="486"/>
        </pc:sldMkLst>
        <pc:spChg chg="mod ord">
          <ac:chgData name="Niklas Edvall" userId="43781445-81ad-48dd-8b8c-189d9ca08dfb" providerId="ADAL" clId="{6D900218-2EE8-4FFD-8B2A-D374C0FF7AAD}" dt="2026-09-08T13:03:55.451" v="1053" actId="700"/>
          <ac:spMkLst>
            <pc:docMk/>
            <pc:sldMk cId="3677774541" sldId="486"/>
            <ac:spMk id="2" creationId="{E7F7A4F1-9E39-7EF0-1C23-3770529C99B8}"/>
          </ac:spMkLst>
        </pc:spChg>
        <pc:spChg chg="add mod">
          <ac:chgData name="Niklas Edvall" userId="43781445-81ad-48dd-8b8c-189d9ca08dfb" providerId="ADAL" clId="{6D900218-2EE8-4FFD-8B2A-D374C0FF7AAD}" dt="2026-09-08T13:04:25.069" v="1058" actId="403"/>
          <ac:spMkLst>
            <pc:docMk/>
            <pc:sldMk cId="3677774541" sldId="486"/>
            <ac:spMk id="6" creationId="{E5BFA26B-4B08-B94F-2D52-FD0348E0C741}"/>
          </ac:spMkLst>
        </pc:spChg>
      </pc:sldChg>
      <pc:sldChg chg="addSp delSp modSp add mod ord addAnim delAnim modAnim">
        <pc:chgData name="Niklas Edvall" userId="43781445-81ad-48dd-8b8c-189d9ca08dfb" providerId="ADAL" clId="{6D900218-2EE8-4FFD-8B2A-D374C0FF7AAD}" dt="2026-09-08T14:04:25.874" v="1379"/>
        <pc:sldMkLst>
          <pc:docMk/>
          <pc:sldMk cId="3634440302" sldId="487"/>
        </pc:sldMkLst>
        <pc:spChg chg="mod">
          <ac:chgData name="Niklas Edvall" userId="43781445-81ad-48dd-8b8c-189d9ca08dfb" providerId="ADAL" clId="{6D900218-2EE8-4FFD-8B2A-D374C0FF7AAD}" dt="2026-09-08T13:10:00.427" v="1099" actId="20577"/>
          <ac:spMkLst>
            <pc:docMk/>
            <pc:sldMk cId="3634440302" sldId="487"/>
            <ac:spMk id="4" creationId="{D6FD9D7C-268E-8713-FC6B-3DFF6A226361}"/>
          </ac:spMkLst>
        </pc:spChg>
        <pc:spChg chg="add mod">
          <ac:chgData name="Niklas Edvall" userId="43781445-81ad-48dd-8b8c-189d9ca08dfb" providerId="ADAL" clId="{6D900218-2EE8-4FFD-8B2A-D374C0FF7AAD}" dt="2026-09-08T13:43:24.433" v="1365" actId="20577"/>
          <ac:spMkLst>
            <pc:docMk/>
            <pc:sldMk cId="3634440302" sldId="487"/>
            <ac:spMk id="15" creationId="{B56A16A4-83EC-DFD9-C8B6-EFD548414CB8}"/>
          </ac:spMkLst>
        </pc:spChg>
        <pc:spChg chg="add mod">
          <ac:chgData name="Niklas Edvall" userId="43781445-81ad-48dd-8b8c-189d9ca08dfb" providerId="ADAL" clId="{6D900218-2EE8-4FFD-8B2A-D374C0FF7AAD}" dt="2026-09-08T13:42:09.571" v="1205" actId="20577"/>
          <ac:spMkLst>
            <pc:docMk/>
            <pc:sldMk cId="3634440302" sldId="487"/>
            <ac:spMk id="16" creationId="{A69EB637-FF9A-19F3-B7B5-7D7C0814D801}"/>
          </ac:spMkLst>
        </pc:spChg>
        <pc:picChg chg="add mod ord">
          <ac:chgData name="Niklas Edvall" userId="43781445-81ad-48dd-8b8c-189d9ca08dfb" providerId="ADAL" clId="{6D900218-2EE8-4FFD-8B2A-D374C0FF7AAD}" dt="2026-09-08T14:03:53.546" v="1374" actId="171"/>
          <ac:picMkLst>
            <pc:docMk/>
            <pc:sldMk cId="3634440302" sldId="487"/>
            <ac:picMk id="18" creationId="{C5C7FF6A-98AE-DF64-76FE-DFB14846C417}"/>
          </ac:picMkLst>
        </pc:picChg>
      </pc:sldChg>
      <pc:sldChg chg="add">
        <pc:chgData name="Niklas Edvall" userId="43781445-81ad-48dd-8b8c-189d9ca08dfb" providerId="ADAL" clId="{6D900218-2EE8-4FFD-8B2A-D374C0FF7AAD}" dt="2026-09-08T13:32:24.067" v="1119" actId="2890"/>
        <pc:sldMkLst>
          <pc:docMk/>
          <pc:sldMk cId="2096356557" sldId="488"/>
        </pc:sldMkLst>
      </pc:sldChg>
      <pc:sldChg chg="addSp delSp modSp add mod addAnim delAnim modAnim">
        <pc:chgData name="Niklas Edvall" userId="43781445-81ad-48dd-8b8c-189d9ca08dfb" providerId="ADAL" clId="{6D900218-2EE8-4FFD-8B2A-D374C0FF7AAD}" dt="2026-09-08T14:24:24.698" v="1900"/>
        <pc:sldMkLst>
          <pc:docMk/>
          <pc:sldMk cId="1075180419" sldId="489"/>
        </pc:sldMkLst>
        <pc:spChg chg="mod">
          <ac:chgData name="Niklas Edvall" userId="43781445-81ad-48dd-8b8c-189d9ca08dfb" providerId="ADAL" clId="{6D900218-2EE8-4FFD-8B2A-D374C0FF7AAD}" dt="2026-09-08T14:19:53.268" v="1828" actId="20577"/>
          <ac:spMkLst>
            <pc:docMk/>
            <pc:sldMk cId="1075180419" sldId="489"/>
            <ac:spMk id="17" creationId="{9518CBA1-0F99-17B5-0171-865950447B25}"/>
          </ac:spMkLst>
        </pc:spChg>
        <pc:spChg chg="mod">
          <ac:chgData name="Niklas Edvall" userId="43781445-81ad-48dd-8b8c-189d9ca08dfb" providerId="ADAL" clId="{6D900218-2EE8-4FFD-8B2A-D374C0FF7AAD}" dt="2026-09-08T14:21:22.632" v="1837" actId="207"/>
          <ac:spMkLst>
            <pc:docMk/>
            <pc:sldMk cId="1075180419" sldId="489"/>
            <ac:spMk id="21" creationId="{78C37042-5428-75AE-AF79-11558AAB43CD}"/>
          </ac:spMkLst>
        </pc:spChg>
        <pc:grpChg chg="mod">
          <ac:chgData name="Niklas Edvall" userId="43781445-81ad-48dd-8b8c-189d9ca08dfb" providerId="ADAL" clId="{6D900218-2EE8-4FFD-8B2A-D374C0FF7AAD}" dt="2026-09-08T14:16:15.788" v="1733" actId="1076"/>
          <ac:grpSpMkLst>
            <pc:docMk/>
            <pc:sldMk cId="1075180419" sldId="489"/>
            <ac:grpSpMk id="26" creationId="{9D029A38-5592-C540-2331-07B7DFF6CB6C}"/>
          </ac:grpSpMkLst>
        </pc:grpChg>
        <pc:grpChg chg="mod">
          <ac:chgData name="Niklas Edvall" userId="43781445-81ad-48dd-8b8c-189d9ca08dfb" providerId="ADAL" clId="{6D900218-2EE8-4FFD-8B2A-D374C0FF7AAD}" dt="2026-09-08T14:17:11.170" v="1748"/>
          <ac:grpSpMkLst>
            <pc:docMk/>
            <pc:sldMk cId="1075180419" sldId="489"/>
            <ac:grpSpMk id="36" creationId="{FA86B532-6A45-EB2B-43F4-A0789C6648C9}"/>
          </ac:grpSpMkLst>
        </pc:grpChg>
        <pc:grpChg chg="mod">
          <ac:chgData name="Niklas Edvall" userId="43781445-81ad-48dd-8b8c-189d9ca08dfb" providerId="ADAL" clId="{6D900218-2EE8-4FFD-8B2A-D374C0FF7AAD}" dt="2026-09-08T14:17:15.705" v="1751"/>
          <ac:grpSpMkLst>
            <pc:docMk/>
            <pc:sldMk cId="1075180419" sldId="489"/>
            <ac:grpSpMk id="39" creationId="{E3E6A770-4B16-5542-3255-E6B0CBC93F98}"/>
          </ac:grpSpMkLst>
        </pc:grpChg>
        <pc:grpChg chg="mod">
          <ac:chgData name="Niklas Edvall" userId="43781445-81ad-48dd-8b8c-189d9ca08dfb" providerId="ADAL" clId="{6D900218-2EE8-4FFD-8B2A-D374C0FF7AAD}" dt="2026-09-08T14:18:34.696" v="1779"/>
          <ac:grpSpMkLst>
            <pc:docMk/>
            <pc:sldMk cId="1075180419" sldId="489"/>
            <ac:grpSpMk id="42" creationId="{A9F283B3-1356-E7BF-9A48-B4AF45E046F6}"/>
          </ac:grpSpMkLst>
        </pc:grpChg>
        <pc:grpChg chg="mod">
          <ac:chgData name="Niklas Edvall" userId="43781445-81ad-48dd-8b8c-189d9ca08dfb" providerId="ADAL" clId="{6D900218-2EE8-4FFD-8B2A-D374C0FF7AAD}" dt="2026-09-08T14:19:07.047" v="1811"/>
          <ac:grpSpMkLst>
            <pc:docMk/>
            <pc:sldMk cId="1075180419" sldId="489"/>
            <ac:grpSpMk id="55" creationId="{5B12D7D6-053C-5680-7EEF-11FCF9552DFE}"/>
          </ac:grpSpMkLst>
        </pc:grpChg>
        <pc:grpChg chg="mod">
          <ac:chgData name="Niklas Edvall" userId="43781445-81ad-48dd-8b8c-189d9ca08dfb" providerId="ADAL" clId="{6D900218-2EE8-4FFD-8B2A-D374C0FF7AAD}" dt="2026-09-08T14:19:49.293" v="1824"/>
          <ac:grpSpMkLst>
            <pc:docMk/>
            <pc:sldMk cId="1075180419" sldId="489"/>
            <ac:grpSpMk id="58" creationId="{52FE5A9C-B3D6-3D0E-158E-66320D512AA7}"/>
          </ac:grpSpMkLst>
        </pc:grpChg>
        <pc:grpChg chg="mod">
          <ac:chgData name="Niklas Edvall" userId="43781445-81ad-48dd-8b8c-189d9ca08dfb" providerId="ADAL" clId="{6D900218-2EE8-4FFD-8B2A-D374C0FF7AAD}" dt="2026-09-08T14:21:39.313" v="1841"/>
          <ac:grpSpMkLst>
            <pc:docMk/>
            <pc:sldMk cId="1075180419" sldId="489"/>
            <ac:grpSpMk id="61" creationId="{F6AE0A29-B4D9-148C-27D3-FA39E2535527}"/>
          </ac:grpSpMkLst>
        </pc:grpChg>
        <pc:grpChg chg="mod">
          <ac:chgData name="Niklas Edvall" userId="43781445-81ad-48dd-8b8c-189d9ca08dfb" providerId="ADAL" clId="{6D900218-2EE8-4FFD-8B2A-D374C0FF7AAD}" dt="2026-09-08T14:22:34.424" v="1853"/>
          <ac:grpSpMkLst>
            <pc:docMk/>
            <pc:sldMk cId="1075180419" sldId="489"/>
            <ac:grpSpMk id="64" creationId="{BBAAA6BC-3092-CE8D-F660-B0FBBE897268}"/>
          </ac:grpSpMkLst>
        </pc:grpChg>
        <pc:grpChg chg="mod">
          <ac:chgData name="Niklas Edvall" userId="43781445-81ad-48dd-8b8c-189d9ca08dfb" providerId="ADAL" clId="{6D900218-2EE8-4FFD-8B2A-D374C0FF7AAD}" dt="2026-09-08T14:23:25.868" v="1868"/>
          <ac:grpSpMkLst>
            <pc:docMk/>
            <pc:sldMk cId="1075180419" sldId="489"/>
            <ac:grpSpMk id="69" creationId="{496225E0-7B91-9D06-A0C6-7E9D4584D10D}"/>
          </ac:grpSpMkLst>
        </pc:grpChg>
        <pc:grpChg chg="mod">
          <ac:chgData name="Niklas Edvall" userId="43781445-81ad-48dd-8b8c-189d9ca08dfb" providerId="ADAL" clId="{6D900218-2EE8-4FFD-8B2A-D374C0FF7AAD}" dt="2026-09-08T14:23:25.868" v="1868"/>
          <ac:grpSpMkLst>
            <pc:docMk/>
            <pc:sldMk cId="1075180419" sldId="489"/>
            <ac:grpSpMk id="70" creationId="{C2D141A0-A7ED-5193-363A-CE0F5FA789C4}"/>
          </ac:grpSpMkLst>
        </pc:grpChg>
        <pc:grpChg chg="mod">
          <ac:chgData name="Niklas Edvall" userId="43781445-81ad-48dd-8b8c-189d9ca08dfb" providerId="ADAL" clId="{6D900218-2EE8-4FFD-8B2A-D374C0FF7AAD}" dt="2026-09-08T14:23:27.901" v="1871"/>
          <ac:grpSpMkLst>
            <pc:docMk/>
            <pc:sldMk cId="1075180419" sldId="489"/>
            <ac:grpSpMk id="73" creationId="{CA646F85-E1A9-4D68-7D75-F6B14787E6C4}"/>
          </ac:grpSpMkLst>
        </pc:grpChg>
        <pc:inkChg chg="add mod">
          <ac:chgData name="Niklas Edvall" userId="43781445-81ad-48dd-8b8c-189d9ca08dfb" providerId="ADAL" clId="{6D900218-2EE8-4FFD-8B2A-D374C0FF7AAD}" dt="2026-09-08T14:16:03.272" v="1729"/>
          <ac:inkMkLst>
            <pc:docMk/>
            <pc:sldMk cId="1075180419" sldId="489"/>
            <ac:inkMk id="22" creationId="{D5C96156-5A1B-FD5B-6664-F212E9EAE9CA}"/>
          </ac:inkMkLst>
        </pc:inkChg>
        <pc:inkChg chg="add mod">
          <ac:chgData name="Niklas Edvall" userId="43781445-81ad-48dd-8b8c-189d9ca08dfb" providerId="ADAL" clId="{6D900218-2EE8-4FFD-8B2A-D374C0FF7AAD}" dt="2026-09-08T14:16:03.272" v="1729"/>
          <ac:inkMkLst>
            <pc:docMk/>
            <pc:sldMk cId="1075180419" sldId="489"/>
            <ac:inkMk id="24" creationId="{94C063DA-61EF-A891-F134-12DE96F71818}"/>
          </ac:inkMkLst>
        </pc:inkChg>
        <pc:inkChg chg="add mod">
          <ac:chgData name="Niklas Edvall" userId="43781445-81ad-48dd-8b8c-189d9ca08dfb" providerId="ADAL" clId="{6D900218-2EE8-4FFD-8B2A-D374C0FF7AAD}" dt="2026-09-08T14:17:11.170" v="1748"/>
          <ac:inkMkLst>
            <pc:docMk/>
            <pc:sldMk cId="1075180419" sldId="489"/>
            <ac:inkMk id="34" creationId="{571CB3E0-F472-AE9A-D136-F36419A50DC1}"/>
          </ac:inkMkLst>
        </pc:inkChg>
        <pc:inkChg chg="add mod">
          <ac:chgData name="Niklas Edvall" userId="43781445-81ad-48dd-8b8c-189d9ca08dfb" providerId="ADAL" clId="{6D900218-2EE8-4FFD-8B2A-D374C0FF7AAD}" dt="2026-09-08T14:17:11.170" v="1748"/>
          <ac:inkMkLst>
            <pc:docMk/>
            <pc:sldMk cId="1075180419" sldId="489"/>
            <ac:inkMk id="35" creationId="{1C7DA30B-167D-EA7B-7DC5-4D58F5C74552}"/>
          </ac:inkMkLst>
        </pc:inkChg>
        <pc:inkChg chg="add mod">
          <ac:chgData name="Niklas Edvall" userId="43781445-81ad-48dd-8b8c-189d9ca08dfb" providerId="ADAL" clId="{6D900218-2EE8-4FFD-8B2A-D374C0FF7AAD}" dt="2026-09-08T14:17:15.705" v="1751"/>
          <ac:inkMkLst>
            <pc:docMk/>
            <pc:sldMk cId="1075180419" sldId="489"/>
            <ac:inkMk id="37" creationId="{4DA118BF-1CC6-7FA7-BD0A-6B57CC5D49A0}"/>
          </ac:inkMkLst>
        </pc:inkChg>
        <pc:inkChg chg="add mod">
          <ac:chgData name="Niklas Edvall" userId="43781445-81ad-48dd-8b8c-189d9ca08dfb" providerId="ADAL" clId="{6D900218-2EE8-4FFD-8B2A-D374C0FF7AAD}" dt="2026-09-08T14:17:15.705" v="1751"/>
          <ac:inkMkLst>
            <pc:docMk/>
            <pc:sldMk cId="1075180419" sldId="489"/>
            <ac:inkMk id="38" creationId="{11D04E5C-07FF-147D-CF19-20D506522DE4}"/>
          </ac:inkMkLst>
        </pc:inkChg>
        <pc:inkChg chg="add mod">
          <ac:chgData name="Niklas Edvall" userId="43781445-81ad-48dd-8b8c-189d9ca08dfb" providerId="ADAL" clId="{6D900218-2EE8-4FFD-8B2A-D374C0FF7AAD}" dt="2026-09-08T14:18:34.696" v="1779"/>
          <ac:inkMkLst>
            <pc:docMk/>
            <pc:sldMk cId="1075180419" sldId="489"/>
            <ac:inkMk id="40" creationId="{B5A3DE86-1090-6112-CF95-4C5D550D56BF}"/>
          </ac:inkMkLst>
        </pc:inkChg>
        <pc:inkChg chg="add mod">
          <ac:chgData name="Niklas Edvall" userId="43781445-81ad-48dd-8b8c-189d9ca08dfb" providerId="ADAL" clId="{6D900218-2EE8-4FFD-8B2A-D374C0FF7AAD}" dt="2026-09-08T14:18:34.696" v="1779"/>
          <ac:inkMkLst>
            <pc:docMk/>
            <pc:sldMk cId="1075180419" sldId="489"/>
            <ac:inkMk id="41" creationId="{F4353A62-801F-5EDC-112F-D364C4056F0C}"/>
          </ac:inkMkLst>
        </pc:inkChg>
        <pc:inkChg chg="add mod">
          <ac:chgData name="Niklas Edvall" userId="43781445-81ad-48dd-8b8c-189d9ca08dfb" providerId="ADAL" clId="{6D900218-2EE8-4FFD-8B2A-D374C0FF7AAD}" dt="2026-09-08T14:19:07.047" v="1811"/>
          <ac:inkMkLst>
            <pc:docMk/>
            <pc:sldMk cId="1075180419" sldId="489"/>
            <ac:inkMk id="53" creationId="{92561888-C394-49C3-D788-45112C9F312B}"/>
          </ac:inkMkLst>
        </pc:inkChg>
        <pc:inkChg chg="add mod">
          <ac:chgData name="Niklas Edvall" userId="43781445-81ad-48dd-8b8c-189d9ca08dfb" providerId="ADAL" clId="{6D900218-2EE8-4FFD-8B2A-D374C0FF7AAD}" dt="2026-09-08T14:19:07.047" v="1811"/>
          <ac:inkMkLst>
            <pc:docMk/>
            <pc:sldMk cId="1075180419" sldId="489"/>
            <ac:inkMk id="54" creationId="{72CFF458-9EEE-6C07-304C-49A84C7D8766}"/>
          </ac:inkMkLst>
        </pc:inkChg>
        <pc:inkChg chg="add mod">
          <ac:chgData name="Niklas Edvall" userId="43781445-81ad-48dd-8b8c-189d9ca08dfb" providerId="ADAL" clId="{6D900218-2EE8-4FFD-8B2A-D374C0FF7AAD}" dt="2026-09-08T14:19:49.293" v="1824"/>
          <ac:inkMkLst>
            <pc:docMk/>
            <pc:sldMk cId="1075180419" sldId="489"/>
            <ac:inkMk id="56" creationId="{95561328-92FA-60C3-7E81-66F8AB039222}"/>
          </ac:inkMkLst>
        </pc:inkChg>
        <pc:inkChg chg="add mod">
          <ac:chgData name="Niklas Edvall" userId="43781445-81ad-48dd-8b8c-189d9ca08dfb" providerId="ADAL" clId="{6D900218-2EE8-4FFD-8B2A-D374C0FF7AAD}" dt="2026-09-08T14:19:49.293" v="1824"/>
          <ac:inkMkLst>
            <pc:docMk/>
            <pc:sldMk cId="1075180419" sldId="489"/>
            <ac:inkMk id="57" creationId="{E60BAE7E-478B-8482-4095-7D9A0741D938}"/>
          </ac:inkMkLst>
        </pc:inkChg>
        <pc:inkChg chg="add mod">
          <ac:chgData name="Niklas Edvall" userId="43781445-81ad-48dd-8b8c-189d9ca08dfb" providerId="ADAL" clId="{6D900218-2EE8-4FFD-8B2A-D374C0FF7AAD}" dt="2026-09-08T14:21:39.313" v="1841"/>
          <ac:inkMkLst>
            <pc:docMk/>
            <pc:sldMk cId="1075180419" sldId="489"/>
            <ac:inkMk id="59" creationId="{89A5AAF8-215C-8165-F0AE-6CE52CECAAA4}"/>
          </ac:inkMkLst>
        </pc:inkChg>
        <pc:inkChg chg="add mod">
          <ac:chgData name="Niklas Edvall" userId="43781445-81ad-48dd-8b8c-189d9ca08dfb" providerId="ADAL" clId="{6D900218-2EE8-4FFD-8B2A-D374C0FF7AAD}" dt="2026-09-08T14:21:39.313" v="1841"/>
          <ac:inkMkLst>
            <pc:docMk/>
            <pc:sldMk cId="1075180419" sldId="489"/>
            <ac:inkMk id="60" creationId="{0A02B474-EE07-DB9D-1AF0-FD74FA330EB5}"/>
          </ac:inkMkLst>
        </pc:inkChg>
        <pc:inkChg chg="add mod">
          <ac:chgData name="Niklas Edvall" userId="43781445-81ad-48dd-8b8c-189d9ca08dfb" providerId="ADAL" clId="{6D900218-2EE8-4FFD-8B2A-D374C0FF7AAD}" dt="2026-09-08T14:22:34.424" v="1853"/>
          <ac:inkMkLst>
            <pc:docMk/>
            <pc:sldMk cId="1075180419" sldId="489"/>
            <ac:inkMk id="62" creationId="{78F280F2-58EE-0EA1-C57D-46AA62060A45}"/>
          </ac:inkMkLst>
        </pc:inkChg>
        <pc:inkChg chg="add mod">
          <ac:chgData name="Niklas Edvall" userId="43781445-81ad-48dd-8b8c-189d9ca08dfb" providerId="ADAL" clId="{6D900218-2EE8-4FFD-8B2A-D374C0FF7AAD}" dt="2026-09-08T14:22:34.424" v="1853"/>
          <ac:inkMkLst>
            <pc:docMk/>
            <pc:sldMk cId="1075180419" sldId="489"/>
            <ac:inkMk id="63" creationId="{03371BA3-B6B0-5260-0257-7B5E13FE3035}"/>
          </ac:inkMkLst>
        </pc:inkChg>
        <pc:inkChg chg="add mod">
          <ac:chgData name="Niklas Edvall" userId="43781445-81ad-48dd-8b8c-189d9ca08dfb" providerId="ADAL" clId="{6D900218-2EE8-4FFD-8B2A-D374C0FF7AAD}" dt="2026-09-08T14:23:25.868" v="1868"/>
          <ac:inkMkLst>
            <pc:docMk/>
            <pc:sldMk cId="1075180419" sldId="489"/>
            <ac:inkMk id="65" creationId="{7FD90EE8-CD0F-867C-5BE9-ECC417B1842B}"/>
          </ac:inkMkLst>
        </pc:inkChg>
        <pc:inkChg chg="add mod">
          <ac:chgData name="Niklas Edvall" userId="43781445-81ad-48dd-8b8c-189d9ca08dfb" providerId="ADAL" clId="{6D900218-2EE8-4FFD-8B2A-D374C0FF7AAD}" dt="2026-09-08T14:23:25.868" v="1868"/>
          <ac:inkMkLst>
            <pc:docMk/>
            <pc:sldMk cId="1075180419" sldId="489"/>
            <ac:inkMk id="66" creationId="{E3750712-4948-1520-7614-837E4AD12EE9}"/>
          </ac:inkMkLst>
        </pc:inkChg>
        <pc:inkChg chg="add mod">
          <ac:chgData name="Niklas Edvall" userId="43781445-81ad-48dd-8b8c-189d9ca08dfb" providerId="ADAL" clId="{6D900218-2EE8-4FFD-8B2A-D374C0FF7AAD}" dt="2026-09-08T14:23:25.868" v="1868"/>
          <ac:inkMkLst>
            <pc:docMk/>
            <pc:sldMk cId="1075180419" sldId="489"/>
            <ac:inkMk id="67" creationId="{80C1F757-5859-587B-76CD-809C40532D89}"/>
          </ac:inkMkLst>
        </pc:inkChg>
        <pc:inkChg chg="add mod">
          <ac:chgData name="Niklas Edvall" userId="43781445-81ad-48dd-8b8c-189d9ca08dfb" providerId="ADAL" clId="{6D900218-2EE8-4FFD-8B2A-D374C0FF7AAD}" dt="2026-09-08T14:23:25.868" v="1868"/>
          <ac:inkMkLst>
            <pc:docMk/>
            <pc:sldMk cId="1075180419" sldId="489"/>
            <ac:inkMk id="68" creationId="{A343D8A1-F2F1-BA2A-D4C4-BD939C9CFD14}"/>
          </ac:inkMkLst>
        </pc:inkChg>
        <pc:inkChg chg="add mod">
          <ac:chgData name="Niklas Edvall" userId="43781445-81ad-48dd-8b8c-189d9ca08dfb" providerId="ADAL" clId="{6D900218-2EE8-4FFD-8B2A-D374C0FF7AAD}" dt="2026-09-08T14:23:27.901" v="1871"/>
          <ac:inkMkLst>
            <pc:docMk/>
            <pc:sldMk cId="1075180419" sldId="489"/>
            <ac:inkMk id="71" creationId="{7EB838BD-BD36-D803-5983-8205B01CED3A}"/>
          </ac:inkMkLst>
        </pc:inkChg>
        <pc:inkChg chg="add mod">
          <ac:chgData name="Niklas Edvall" userId="43781445-81ad-48dd-8b8c-189d9ca08dfb" providerId="ADAL" clId="{6D900218-2EE8-4FFD-8B2A-D374C0FF7AAD}" dt="2026-09-08T14:23:27.901" v="1871"/>
          <ac:inkMkLst>
            <pc:docMk/>
            <pc:sldMk cId="1075180419" sldId="489"/>
            <ac:inkMk id="72" creationId="{045B270E-0F1C-34FD-69AA-C5AD7C09CF73}"/>
          </ac:inkMkLst>
        </pc:inkChg>
      </pc:sldChg>
      <pc:sldChg chg="add ord">
        <pc:chgData name="Niklas Edvall" userId="43781445-81ad-48dd-8b8c-189d9ca08dfb" providerId="ADAL" clId="{6D900218-2EE8-4FFD-8B2A-D374C0FF7AAD}" dt="2026-09-09T13:21:01.187" v="2013"/>
        <pc:sldMkLst>
          <pc:docMk/>
          <pc:sldMk cId="934751004" sldId="490"/>
        </pc:sldMkLst>
      </pc:sldChg>
      <pc:sldChg chg="add del ord">
        <pc:chgData name="Niklas Edvall" userId="43781445-81ad-48dd-8b8c-189d9ca08dfb" providerId="ADAL" clId="{6D900218-2EE8-4FFD-8B2A-D374C0FF7AAD}" dt="2026-09-15T14:51:30.102" v="2110" actId="47"/>
        <pc:sldMkLst>
          <pc:docMk/>
          <pc:sldMk cId="1322265033" sldId="49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08:19:48.921"/>
    </inkml:context>
    <inkml:brush xml:id="br0">
      <inkml:brushProperty name="width" value="0.2" units="cm"/>
      <inkml:brushProperty name="height" value="0.2" units="cm"/>
      <inkml:brushProperty name="color" value="#FF0066"/>
    </inkml:brush>
  </inkml:definitions>
  <inkml:trace contextRef="#ctx0" brushRef="#br0">157 1 24575,'2'30'0,"9"53"0,-6-51 0,3 45 0,-7 842 0,-3-449 0,1-422 0,3 53 0,-2-100 0,0 1 0,1 0 0,-1 0 0,1-1 0,0 1 0,0 0 0,-1-1 0,1 1 0,0 0 0,0-1 0,0 1 0,1-1 0,-1 0 0,0 1 0,1-1 0,-1 0 0,0 0 0,1 0 0,0 0 0,-1 0 0,1 0 0,-1 0 0,1-1 0,0 1 0,0 0 0,-1-1 0,1 0 0,0 1 0,2-1 0,7 2 0,1-1 0,0 0 0,17-2 0,-17 1 0,141 6 0,58 2-1206,-60-4 37,253 11-569,167 15-4950,-362-13 5961,172 12-59,-65-2-109,-25 0 109,372 28 93,-455-40 1149,10 1 36,-77 2-208,91 7 314,-146-19-970,169 5 3618,-191-5-133,-50-4-1721,1 0 1,-1-1-1,20 0 1,-32-2-1368,-1 1 0,0 0-1,1-1 1,-1 1 0,0-1 0,1 0 0,-1 1 0,0-1 0,0 0 0,0 0-1,1 0 1,-1 0 0,0 0 0,0 0 0,0 0 0,-1 0 0,1 0 0,0-1 0,0 1-1,-1 0 1,1 0 0,0-1 0,-1 1 0,0 0 0,1-1 0,-1 1 0,0-1-1,1 1 1,-1-1 0,0-2 0,0-7 136,1-1-1,-3-22 1,1 17-113,-1-252-48,2 154 0,2 86 0,2 0 0,0 1 0,10-33 0,-2 6 0,24-90 0,-1 10 0,-11 7 0,19-7 0,-26 88 0,12-54 0,6-42 0,-31 117 0,0-1 0,-3 0 0,0 0 0,-3-32 0,0-7 0,3 36 0,0-26 0,-1 52 0,0 0 0,-1-1 0,1 1 0,-1 0 0,0 0 0,0 0 0,-1 0 0,1 0 0,-4-6 0,2 7 0,1 0 0,-1 1 0,1-1 0,-1 1 0,0 0 0,0-1 0,0 1 0,0 1 0,0-1 0,-6-2 0,-41-12 0,22 7 0,-1 0 0,-57-9 0,55 13 0,-4 0-248,-41 0-1,-1 0-39,-359-11-2573,124 10-203,-280-1-321,357 9 3445,-150-8-1586,-8-1 195,-292-5 1426,-176 0 1623,324 12 930,440-7 1227,-6 1 442,72 5-4147,19 1-386,1-1 0,-1 1 0,1 1 0,0 0 0,-18 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1:37:16.4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24575,'846'48'0,"-550"-23"0,2268 73 0,10-121 0,945 25-704,-874 11 622,2692-2 82,-3969-1-77,-2-42-1,203-40 1019,-1365 59-2306,-142 8-5461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1:37:23.5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0 945 24575,'0'-3'0,"0"-8"0,7-27 0,17-39 0,25-46 0,25-39 0,24-12 0,4 21 0,-15 33 0,-23 37-8191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1:37:24.5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24575,'0'4'0,"0"9"0,3 14 0,5 11 0,3-1 0,7-7 0,7-8 0,8-14 0,9-19 0,9-13 0,10-9 0,6-3 0,-7 6-8191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1:37:26.1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0 911 24575,'0'-3'0,"0"-14"0,4-30 0,13-45 0,23-48 0,24-33 0,17-3 0,-1 26 0,-16 38-8191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1:37:29.8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16 24575,'3'3'0,"4"5"0,5 3 0,3 7 0,-1 3 0,-3 2 0,-3 3 0,-4 3 0,2-3 0,3-9 0,5-14 0,11-17 0,7-15 0,8-10 0,4-5 0,-6 3 0,-10 8-8191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4:16:01.8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0 131 24575,'1'-1'0,"-1"0"0,1 0 0,-1 0 0,1 0 0,0 0 0,-1 0 0,1 1 0,0-1 0,0 0 0,0 0 0,0 0 0,-1 1 0,1-1 0,0 1 0,0-1 0,0 1 0,1-1 0,-1 1 0,0-1 0,0 1 0,0 0 0,0 0 0,0-1 0,0 1 0,0 0 0,1 0 0,0 0 0,39-2 0,-36 2 0,239 2 0,93-4 0,-203-17 0,-20 1 0,-92 16 0,229-13 0,-227 14 0,0-1 0,0-2 0,44-11 0,-39 3 0,-28 11 0,0 1 0,0 0 0,0-1 0,0 1 0,0-1 0,0 1 0,0-1 0,0 0 0,-1 1 0,1-1 0,0 0 0,-1 0 0,1 1 0,0-1 0,-1 0 0,1 0 0,-1 0 0,1 0 0,-1 0 0,1 0 0,-1 0 0,0 0 0,0 0 0,1 0 0,-1 0 0,0 0 0,0-2 0,-2 4-70,0-1-1,0 0 0,0 1 1,0 0-1,0-1 0,0 1 1,0 0-1,0 0 0,0 0 1,1 0-1,-1 0 0,0 0 1,-2 3-1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4:16:02.7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24575,'29'2'0,"-1"1"0,0 1 0,0 1 0,0 2 0,0 0 0,28 13 0,-7-1 0,-24-10 0,43 22 0,-34-13 0,1-3 0,74 23 0,-106-37 0,-1 0 0,1 0 0,0 1 0,-1-1 0,1 0 0,-1 1 0,0 0 0,1 0 0,-1-1 0,0 1 0,0 1 0,0-1 0,0 0 0,-1 0 0,1 1 0,0-1 0,-1 1 0,0-1 0,0 1 0,1 0 0,-2 0 0,1-1 0,0 1 0,0 0 0,-1 0 0,0 0 0,1 0 0,-1 3 0,0-3 0,0 1 0,-1 0 0,1 0 0,-1-1 0,1 1 0,-1 0 0,0-1 0,-1 1 0,1-1 0,0 1 0,-1-1 0,0 0 0,0 1 0,0-1 0,0 0 0,-1 0 0,1-1 0,-1 1 0,1 0 0,-1-1 0,-4 3 0,-31 18 0,15-11 0,2 1 0,-1 2 0,-37 32 0,49-38 0,0-1 0,0-1 0,-20 11 0,-19 14 0,42-26 0,-11 9 0,0 0 0,-1-2 0,-1 0 0,-24 12 0,29-17-455,0 0 0,-21 17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4:17:08.5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0 101 24575,'527'0'-757,"-362"-13"1514,7 4-757,-2-7 0,-151 14 0,-1-1 0,0-1 0,19-6 0,17-4 0,-15 12 0,3 1 0,-40 1 0,0 0 0,-1 0 0,1-1 0,0 1 0,0-1 0,0 1 0,-1-1 0,1 0 0,0 0 0,-1 0 0,1 0 0,0 0 0,-1 0 0,1 0 0,-1 0 0,2-3 0,1-7-1365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4:17:10.1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97 589 24575,'1'-6'0,"0"0"0,0 1 0,0-1 0,1 1 0,0 0 0,0-1 0,0 1 0,1 0 0,0 0 0,0 0 0,0 1 0,5-6 0,-3 3 0,0 0 0,-1 0 0,0 0 0,0-1 0,3-7 0,-4 6 0,1 1 0,0 0 0,0 1 0,1-1 0,0 1 0,7-8 0,-6 8 0,-1 0 0,0-1 0,0 1 0,0-1 0,-1 0 0,3-9 0,-3 8 0,0 0 0,0 1 0,1-1 0,0 1 0,0 0 0,1 0 0,8-8 0,4-6 0,-17 21 0,1-1 0,-1 1 0,0-1 0,0 1 0,0-1 0,0 0 0,-1 1 0,1-1 0,0 0 0,-1 1 0,1-1 0,-1 0 0,1 0 0,-1 0 0,0 1 0,0-1 0,0 0 0,0 0 0,0 0 0,0 0 0,0 1 0,-1-1 0,1 0 0,-1 0 0,1 0 0,-1 1 0,-1-4 0,0 3 0,0 0 0,0-1 0,0 1 0,0 0 0,0 0 0,-1 1 0,1-1 0,0 0 0,-1 1 0,1 0 0,-1-1 0,0 1 0,1 0 0,-1 0 0,0 1 0,-4-2 0,-5-1 0,-1-1 0,2 0 0,-1 0 0,0-1 0,1-1 0,0 0 0,-16-12 0,-10-4 0,25 16 0,1-1 0,-1 0 0,-16-14 0,-21-31-1365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4:17:13.7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9172 1103 24575,'0'-8'0,"0"0"0,-1 0 0,1 0 0,-2-1 0,1 1 0,-5-12 0,4 16 0,0-1 0,0 1 0,-1 0 0,1 0 0,-1 0 0,0 0 0,-1 0 0,1 1 0,-1 0 0,1-1 0,-1 1 0,-6-4 0,-17-11 0,-3-2 0,-37-19 0,50 29 0,-25-19 0,29 20 0,-1 0 0,0 0 0,-15-6 0,-52-28 0,19 9 0,-261-115-1064,26 33-2559,-48 10 2598,168 57 214,-23 4 371,90 23 513,-353-55-2214,383 66 2011,-37-12 130,-14-1 0,-530-38-800,507 45 800,-40-3 0,-299 7-70,285 8-64,-171-2-19,-1172 8-529,922 23 665,454-6 17,-23 2 0,179-19 0,-390 34 0,91 6 91,255-33 40,-7 1 32,-77 19-1,-70 24 1689,40-14-1851,117-27 1105,40-9-331,1 2 0,-1 0-1,1 1 1,-25 10 0,17-1 441,0 1 0,-27 20 0,50-31-1215,-1 0 0,1 0 0,0 0 0,0 1 0,0-1 0,0 1 0,1 0 0,-4 7 0,-19 48 0,13-29 0,8-18 83,0 0 0,2 1 0,-4 18 0,5-20-366,0-1 0,-1 0 1,0 0-1,-1 0 0,-10 20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4:17:14.7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335 0 24575,'0'1'0,"-1"-1"0,0 0 0,0 1 0,0-1 0,0 1 0,1-1 0,-1 1 0,0 0 0,1-1 0,-1 1 0,0 0 0,1-1 0,-1 1 0,1 0 0,-1 0 0,1-1 0,-1 1 0,0 1 0,-8 20 0,7-18 0,-16 34 0,9-20 0,1 0 0,-10 32 0,11-30 0,0 0 0,-1-1 0,-13 22 0,3-5 0,3 10 0,14-39 0,-1 0 0,0 0 0,0 0 0,-1 0 0,0 0 0,-1-1 0,-4 9 0,1-5 0,0 1 0,1 1 0,-6 15 0,6-14 0,0-1 0,-12 19 0,-30 51 0,5-7 0,39-66 0,13-12 0,17-17 0,-22 17 0,12-7 0,0 1 0,1 0 0,0 2 0,0 0 0,31-8 0,-20 6 0,31-14 0,-34 13 0,0 1 0,32-7 0,-21 7 0,-1-1 0,0 2 0,0 1 0,1 2 0,66 0 0,-15-2 0,-4 1 0,-55 5 0,-19 0 0,-1 0 0,1 1 0,-1 0 0,1 1 0,-1 0 0,16 3 0,-7 6 318,7 1-2001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4:18:32.6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24575,'3'0'0,"0"1"0,0-1 0,0 0 0,0 1 0,0 0 0,-1 0 0,1 0 0,0 0 0,-1 0 0,1 0 0,-1 1 0,1-1 0,-1 1 0,1 0 0,-1-1 0,3 4 0,2 3 0,0 1 0,-1-1 0,7 13 0,9 10 0,14 25 0,-26-40 0,19 26 0,30 40 0,-24-32 0,-16-23 0,-13-16 0,2-1 0,-1 0 0,1 0 0,1-1 0,14 13 0,1-1 0,39 44 0,-41-41 0,45 39 0,46 39-240,23 16-70,-59-66 310,-35-24 0,42 35 0,-52-37 0,2-2 0,58 31 0,-49-31 0,49 37 0,-67-43 0,1-2 0,41 19 0,-37-20 0,51 34 0,-60-35 0,0-2 0,1 0 0,33 13 0,-32-16 0,36 25 0,-6-4 0,4-3 127,68 34 296,-105-51-423,-1-1 0,38 12 0,-32-13 0,30 15 0,-40-16 0,1 0 0,0-1 0,0-1 0,1 0 0,0-2 0,28 4 0,-18-3 0,-1 2 0,49 16 0,-28-7 0,-16-6 0,-14-3 0,32 6 0,-40-10 0,0 1 0,0 0 0,-1 0 0,1 1 0,-1 0 0,0 1 0,11 7 0,-10-6 0,0 0 0,0-1 0,0 0 0,1-1 0,14 5 0,6 0 0,0 2 0,35 17 0,-36-15 0,-13-5-1365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4:18:33.7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0 938 24575,'1'-2'0,"0"1"0,1-1 0,-1 1 0,0 0 0,1-1 0,-1 1 0,0 0 0,1 0 0,0 0 0,-1 0 0,1 0 0,0 0 0,-1 0 0,1 1 0,3-2 0,0 0 0,7-2 0,-1 0 0,1 1 0,0 0 0,0 1 0,1 0 0,-1 1 0,16 1 0,35-5 0,12-5 0,40-7 0,-107 15 0,12-2 0,0 0 0,1 1 0,22 1 0,-23 1 0,32-6 0,-13 2 0,-38 5 0,0 0 0,0 0 0,0 0 0,0 0 0,0 0 0,0 0 0,0-1 0,0 1 0,0 0 0,0-1 0,0 1 0,0-1 0,0 1 0,0-1 0,0 1 0,0-1 0,0 1 0,0-1 0,-1 0 0,1 0 0,0 1 0,-1-1 0,1 0 0,0 0 0,-1 0 0,1 0 0,-1 0 0,1 0 0,-1 0 0,0 0 0,1 0 0,-1 0 0,0 0 0,0 0 0,1 0 0,-1 0 0,0 0 0,0 0 0,0 0 0,-1 0 0,1 0 0,0 0 0,0 0 0,-1-2 0,0-1 0,-1-1 0,0 1 0,0 0 0,0-1 0,0 1 0,-1 0 0,1 0 0,-6-5 0,2 2 0,-3-2 0,1 0 0,0-1 0,0-1 0,1 1 0,-9-19 0,-12-18 0,22 39 0,0-1 0,1 0 0,0-1 0,-7-17 0,-35-121 0,38 111 0,1-1 0,-5-73 0,11 86 0,-8-30 0,-2-15 0,11 58 0,-1-1 0,0 1 0,-8-23 0,10 34 0,0 1 0,0-1 0,0 1 0,0-1 0,0 1 0,-1-1 0,1 1 0,0-1 0,0 1 0,-1 0 0,1-1 0,0 1 0,0-1 0,-1 1 0,1 0 0,-1-1 0,1 1 0,0 0 0,-1-1 0,1 1 0,-1 0 0,1 0 0,-1-1 0,1 1 0,-1 0 0,1 0 0,-1 0 0,-6 10 0,1 22 0,7 14 277,0-33-687,-1 1-1,0 0 1,-4 26-1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4:19:05.5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0 305 24575,'0'0'0,"1"-1"0,-1 0 0,1 0 0,-1 0 0,1 0 0,-1 0 0,1 1 0,0-1 0,-1 0 0,1 0 0,0 1 0,0-1 0,-1 1 0,1-1 0,0 0 0,0 1 0,0 0 0,0-1 0,0 1 0,1-1 0,20-7 0,-22 8 0,42-12 0,59-9 0,-76 17 0,-1-2 0,1-1 0,42-19 0,-45 19 0,-1 0 0,1 2 0,26-4 0,19-5 0,78-29 0,24-5 0,-157 44 0,-1-1 0,16-9 0,11-4 0,-4 6 294,20-9-1953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4:19:06.3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51 24575,'48'1'0,"-30"0"0,1 0 0,0-1 0,-1-1 0,1-1 0,26-6 0,-4-6 0,-27 9 0,1-1 0,-1 2 0,1 0 0,0 1 0,0 0 0,0 2 0,27-1 0,-41 2 0,1 0 0,-1 0 0,0 0 0,0 0 0,0 1 0,0-1 0,0 0 0,0 1 0,0-1 0,1 1 0,-1-1 0,0 1 0,-1 0 0,1-1 0,0 1 0,0 0 0,0 0 0,0-1 0,0 1 0,-1 0 0,1 0 0,0 0 0,-1 0 0,1 0 0,-1 0 0,1 0 0,-1 0 0,1 0 0,-1 0 0,0 0 0,0 1 0,1-1 0,-1 0 0,0 0 0,0 0 0,0 0 0,0 0 0,0 1 0,-1 0 0,0 7 0,-1 0 0,0 0 0,-1 0 0,-4 10 0,-2 6 0,7-10 0,-1 1 0,-1-1 0,-1 0 0,0-1 0,0 1 0,-2-1 0,0 0 0,0-1 0,-18 24 0,8-17-1365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4:19:47.3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28 24575,'601'0'0,"-430"-13"0,-151 13 0,178-9 0,-139 4 0,92 5 0,-59 2 0,11-4 0,112 4 0,-166 4 301,-27-3-1134,32 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4:19:48.3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357 561 24575,'3'-1'0,"-1"0"0,0 0 0,0 0 0,0-1 0,0 1 0,0-1 0,0 1 0,0-1 0,-1 0 0,1 1 0,0-1 0,-1 0 0,2-4 0,9-8 0,33-17 0,-20 16 0,4-13 0,-26 25 0,0-1 0,0 1 0,0 0 0,1 0 0,0 0 0,-1 0 0,1 0 0,0 1 0,0 0 0,8-3 0,-9 3 0,0 0 0,0 1 0,0-1 0,0 0 0,0 0 0,0-1 0,0 1 0,-1 0 0,1-1 0,2-3 0,21-32 0,-21 31 0,-5 6 0,1 0 0,0 0 0,0-1 0,0 1 0,-1 0 0,1 0 0,0-1 0,-1 1 0,1 0 0,-1-1 0,0 1 0,1-1 0,-1 1 0,0-1 0,0 1 0,0 0 0,0-1 0,0 1 0,0-1 0,0 1 0,-1-1 0,1 1 0,0 0 0,-1-1 0,1 1 0,-1-1 0,0 1 0,1 0 0,-1 0 0,0-1 0,0 1 0,0 0 0,0 0 0,0 0 0,0 0 0,0 0 0,0 0 0,0 0 0,0 1 0,-1-1 0,1 0 0,0 0 0,-1 1 0,1-1 0,0 1 0,-2-1 0,-5-2 0,0 1 0,0 0 0,0 0 0,-1 1 0,1 0 0,-14 0 0,4 0 0,1-1 0,0-1 0,0-1 0,1 0 0,-1-1 0,-20-9 0,-12-3 0,19 5 0,0-1 0,1-1 0,1-1 0,-30-22 0,22 15 0,24 13 0,0-1 0,0 0 0,-9-11 0,2 2 0,-24-24-1365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4:21:37.8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0 200 24575,'12'0'0,"0"-1"0,0-1 0,-1 0 0,1 0 0,11-5 0,-8 3 0,33-5 0,-38 8 0,0-1 0,0 0 0,1 0 0,-2-1 0,13-5 0,-8 2 0,-1 1 0,1 0 0,1 2 0,27-5 0,1 1 0,73-21 0,64-12 0,-126 33 0,94 0 0,-90 9 0,69-4 0,-117 1 86,-1-1-1,0 1 0,14-6 1,-20 6-229,1-1 1,-1 1 0,1-1 0,-1 1-1,0-1 1,0 0 0,0-1 0,0 1 0,0 0-1,0-1 1,3-3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4:21:38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24575,'2'2'0,"0"1"0,0-1 0,0 1 0,0-1 0,1 0 0,-1 0 0,6 4 0,-2-2 0,3 5 0,1-1 0,0 0 0,21 12 0,-25-17 0,0-1 0,0 1 0,1-1 0,-1 0 0,1-1 0,0 0 0,-1 0 0,1 0 0,7-1 0,0 1 0,-1 1 0,1 0 0,19 5 0,-20-3 0,1-1 0,-1-1 0,22 2 0,-27-4 0,-1 0 0,1 0 0,-1 1 0,13 3 0,-16-3 0,-1 1 0,1-1 0,0 1 0,-1 0 0,0 0 0,1 0 0,-1 1 0,0-1 0,0 1 0,4 5 0,-3-4 0,0 1 0,0-1 0,0 1 0,-1 0 0,1 1 0,-1-1 0,-1 1 0,1-1 0,-1 1 0,0 0 0,2 8 0,-4-10 0,1-1 0,-1 1 0,0-1 0,-1 1 0,1-1 0,-1 1 0,1 0 0,-1-1 0,0 0 0,0 1 0,-1-1 0,1 0 0,-1 1 0,1-1 0,-1 0 0,0 0 0,0 0 0,-1 0 0,1-1 0,-4 5 0,-18 17 0,16-14 0,-1-1 0,-1 0 0,0 0 0,-20 13 0,25-18 0,-1 0 0,1 0 0,0 1 0,-6 6 0,7-6 0,-1 0 0,0-1 0,0 1 0,-10 5 0,10-7 0,-1 1 0,1 0 0,-1 0 0,1 1 0,1-1 0,-1 1 0,0 0 0,1 0 0,0 1 0,0-1 0,-4 11 0,-13 8-1365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4:22:32.8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170 0 24575,'0'46'0,"1"-14"0,-1 0 0,-9 57 0,0-12 0,4-18 0,1-26 0,2 34 0,-3 28 0,2-59 0,2 38 0,1-44 0,-1 0 0,-6 40 0,2-33 0,2 0 0,4 74 0,1-36 0,-2 284 0,0-356 0,-1 1 0,1-1 0,-1 0 0,0 1 0,0-1 0,0 0 0,-1 0 0,1 1 0,-1-1 0,0 0 0,1 0 0,-2-1 0,1 1 0,0 0 0,-3 2 0,2-1 0,-1 0 0,1 0 0,0 0 0,0 1 0,1-1 0,-3 7 0,0-1 0,0 1 0,0-1 0,-11 14 0,10-15 0,0 0 0,0 1 0,-7 18 0,3 0-1365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4:22:33.5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24575,'9'9'0,"-2"2"0,1-1 0,-1 1 0,-1 0 0,9 20 0,8 15 0,-8-23 0,-10-15 0,0-1 0,0 1 0,-1 0 0,0 0 0,0 1 0,3 14 0,-3-14 0,-1 1 0,1-1 0,0-1 0,1 1 0,0-1 0,12 15 0,-4-4 0,23 46 0,-13-19 0,-13-27 0,17 26 0,-25-41 0,1-1 0,-1 0 0,1 0 0,0-1 0,-1 1 0,1 0 0,0-1 0,1 0 0,-1 0 0,6 3 0,-6-4 0,0-1 0,0 1 0,0-1 0,0 0 0,0 0 0,0-1 0,0 1 0,0 0 0,0-1 0,0 0 0,0 0 0,0 0 0,3-2 0,37-19 0,0-15 0,-16 13 0,41-44 0,-61 62 0,0-1 0,-1 0 0,11-14 0,15-16 0,-4 4 319,-24 28-559,0-1-1,0 1 1,1 0-1,0 0 0,0 0 1,7-5-1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4:23:22.8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24575,'1'1'0,"-1"-1"0,1 0 0,-1 0 0,1 1 0,-1-1 0,1 0 0,0 1 0,-1-1 0,1 1 0,-1-1 0,0 1 0,1-1 0,-1 1 0,1-1 0,-1 1 0,0-1 0,1 1 0,-1-1 0,0 1 0,0 0 0,1-1 0,-1 1 0,0-1 0,0 1 0,0 0 0,0-1 0,0 2 0,3 24 0,-3-19 0,12 69 0,-7-42 0,-2-13 0,2 36 0,4 111 0,-4-96 0,-6 86 0,0-59 0,1 854-1365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4:23:23.5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24575,'0'13'0,"1"0"0,1 0 0,0-1 0,0 1 0,1-1 0,1 1 0,0-1 0,1 0 0,0-1 0,1 1 0,10 15 0,16 33 0,-20-35 0,18 26 0,-22-37 0,0 0 0,6 17 0,-9-18 0,1-1 0,1 0 0,12 18 0,-6-3 0,-10-20 0,0 1 0,1-1 0,6 10 0,-9-16 0,-1 0 0,1 0 0,0 0 0,0 0 0,-1 0 0,1 0 0,0 0 0,0-1 0,0 1 0,0 0 0,0-1 0,0 1 0,0-1 0,0 1 0,0-1 0,0 1 0,0-1 0,0 0 0,0 0 0,0 1 0,0-1 0,0 0 0,1 0 0,-1 0 0,0 0 0,0 0 0,0 0 0,0 0 0,2-1 0,0-1 0,-1 0 0,1 0 0,-1 0 0,1 0 0,-1 0 0,0-1 0,0 1 0,0-1 0,0 1 0,-1-1 0,1 0 0,-1 1 0,1-1 0,-1 0 0,0 0 0,0 0 0,0-4 0,1 2 0,0 0 0,0 0 0,0 0 0,0 1 0,1-1 0,3-4 0,8-7 0,0-2 0,13-22 0,28-58 0,-51 90-136,1 0-1,-2 0 1,1 0-1,-1 0 1,-1-1-1,1 1 1,-1-1-1,-1 0 0,1-13 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4:23:24.5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24575,'21'2'0,"1"1"0,-1 0 0,30 10 0,-29-7 0,121 24 0,-67-22 0,-55-7 0,-1 1 0,31 7 0,-28-4 0,1-1 0,0-2 0,28 0 0,-22-1 0,43 7 0,73 23-303,33 6-109,-116-26 412,81 11 0,-113-18-107,-1 1 1,36 10 0,-39-7 14,0-2 0,0-1 1,30 1-1,49 6 712,-76-7-229,62 3-1,-60-9-390,-10 0 0,0 0 0,0 2 0,0 1 0,23 4 0,-30-3-39,1-1-1,0-1 1,29-1-1,-21 0-1167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4:23:25.3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75 584 24575,'0'-2'0,"0"-1"0,0 1 0,1 0 0,-1 0 0,0 0 0,1 0 0,0 0 0,-1 0 0,1 0 0,0 0 0,0 0 0,0 0 0,0 0 0,1 0 0,-1 1 0,0-1 0,4-2 0,0-1 0,1 1 0,0 0 0,1 0 0,6-3 0,20-14 0,-28 18 0,0 0 0,1 0 0,-1 0 0,0 0 0,1 1 0,7-3 0,-7 3 0,1 0 0,0-1 0,-1 0 0,9-5 0,22-16 0,-28 18 0,1 1 0,-1-1 0,-1 0 0,1-1 0,-1 0 0,0 0 0,-1-1 0,13-16 0,-16 19 0,-1-1 0,0 1 0,0-1 0,-1 1 0,0-1 0,0 0 0,2-7 0,-4 10 0,0 1 0,0-1 0,0 0 0,0 1 0,0-1 0,-1 1 0,1-1 0,-1 1 0,1-1 0,-1 1 0,0-1 0,0 1 0,0 0 0,-1 0 0,1-1 0,-1 1 0,1 0 0,-1 0 0,1 0 0,-3-2 0,-2-1 0,-9-12 0,-1 1 0,-1 1 0,0 0 0,-32-20 0,2-1 0,38 30 0,0 0 0,-17-14 0,18 13 0,0 0 0,-1 1 0,-12-8 0,-8-3 173,22 13-326,0-1-1,-1 1 0,1 0 0,-1 1 0,0 0 0,1 0 0,-2 1 1,1-1-1,-14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4:23:26.4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1624 24575,'-1'-66'0,"3"-73"0,-1 123 0,2 0 0,-1 0 0,2 1 0,0-1 0,1 1 0,9-22 0,-9 26 0,-1-1 0,0 1 0,-1-1 0,2-15 0,5-20 0,-5 28-81,-2-1-1,0 1 1,-1-1 0,-1-29-1,3-32-126,2-35 539,0 10-47,-1 24-284,-3 48 0,0 1 0,11-49 0,-13 81 0,30-134 0,-28 118 0,1-1 0,1 1 0,0 0 0,1 0 0,1 0 0,1 1 0,13-24 0,7-10 0,-25 46 0,-1 1 0,1-1 0,0 0 0,-1 1 0,0-1 0,0 0 0,0 0 0,0 1 0,0-8 0,0 5 0,0 1 0,0-1 0,0 1 0,3-9 0,2 4-227,-2-2-1,1 1 1,-2 0-1,1-1 1,1-13-1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4:23:27.2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0 237 24575,'5'-3'0,"0"-1"0,0 1 0,0 0 0,0 0 0,1 0 0,-1 1 0,1 0 0,7-2 0,-5 1 0,0 1 0,-1-2 0,14-6 0,9-10 0,1 2 0,45-20 0,-25 9 0,-40 22 0,0 0 0,20-9 0,-3 6 0,47-27 0,-74 36 0,0 1 0,0-1 0,0 0 0,0 0 0,1 0 0,-1 1 0,0-1 0,1 1 0,-1-1 0,0 1 0,1 0 0,-1-1 0,0 1 0,1 0 0,-1 0 0,1 0 0,-1 0 0,0 0 0,1 0 0,-1 0 0,0 0 0,4 2 0,-4-1 0,0 0 0,0 1 0,0-1 0,0 1 0,0 0 0,-1-1 0,1 1 0,0 0 0,-1-1 0,1 1 0,-1 0 0,0-1 0,1 1 0,-1 0 0,0 0 0,0 0 0,0-1 0,-1 3 0,1 17 0,0-11 0,0 1 0,0 0 0,1 0 0,0-1 0,1 1 0,0-1 0,6 18 0,4 9 0,-10-31 0,-1 0 0,1-1 0,0 1 0,0-1 0,0 1 0,1-1 0,0 0 0,0 0 0,0 0 0,1 0 0,5 6 0,25 29 0,-28-32 0,0 1 0,1-1 0,1 0 0,11 9 0,8 9 0,-23-21 0,0-1 0,1 1 0,-1-1 0,1 0 0,0 0 0,10 5 0,58 35 0,-55-33 134,-13-7-270,0-1 0,0 0-1,0 0 1,0-1 0,0 0-1,1 0 1,-1 0 0,1 0 0,-1-1-1,11 2 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4:27:06.7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24575,'1'0'0,"0"1"0,0-1 0,1 0 0,-1 1 0,0-1 0,0 1 0,0-1 0,0 1 0,0-1 0,0 1 0,0 0 0,0-1 0,0 1 0,0 0 0,0 0 0,-1 0 0,1 0 0,0 0 0,0 0 0,-1 0 0,1 0 0,-1 0 0,1 0 0,-1 0 0,1 1 0,-1-1 0,0 0 0,1 1 0,6 44 0,-5-30 0,5 22 0,-2 1 0,0 47 0,1-36 0,0 0 0,-6 816 0,-13-742 0,7-57 0,0 2 0,6-59-273,-1 1 0,1-1 0,-2 0 0,-3 16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4:27:07.3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24575,'1'5'0,"0"0"0,1 0 0,-1 0 0,1 0 0,0 0 0,1 0 0,-1 0 0,1-1 0,0 1 0,0-1 0,5 5 0,16 28 0,-12-8 0,-6-15 0,-1 0 0,2-1 0,12 20 0,-13-22 0,1-1 0,-2 1 0,0 1 0,5 15 0,12 27 0,-9-32 0,5 11 0,-1 0 0,22 61 0,-36-85 0,1 1 0,0-1 0,1 0 0,0 0 0,0-1 0,1 0 0,13 15 0,-18-22 0,0-1 0,0 1 0,-1-1 0,1 0 0,0 0 0,0 1 0,-1-1 0,1 0 0,0 0 0,0 0 0,0 0 0,-1 0 0,1 0 0,0 0 0,0 0 0,0 0 0,0 0 0,-1 0 0,1-1 0,0 1 0,0 0 0,-1-1 0,1 1 0,0 0 0,0-1 0,-1 1 0,1-1 0,0 1 0,0-1 0,25-22 0,-14 12 0,-6 6 0,-1 1 0,-1-1 0,1 0 0,6-8 0,-8 9 0,0 0 0,0 0 0,0 1 0,1-1 0,0 1 0,-1-1 0,1 1 0,0 0 0,9-4 0,4-1 0,0-2 0,30-22 0,9-6 0,-33 23 0,-1 0 0,39-37 0,-20 17 0,-31 27 0,99-91 0,-40 26 0,-50 52-1365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4:27:28.7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24575,'0'1550'0,"6"-1515"170,-3-19-1705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4:27:29.4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60 24575,'3'0'0,"-1"0"0,1 1 0,0-1 0,-1 0 0,0 1 0,1 0 0,-1 0 0,1-1 0,-1 1 0,0 1 0,1-1 0,-1 0 0,0 1 0,0-1 0,0 1 0,2 2 0,2 2 0,0 1 0,0 1 0,5 10 0,-6-10 0,0-1 0,1 1 0,9 9 0,-4-5 0,-1 0 0,16 24 0,-16-23 0,0 1 0,17 17 0,-2-1 0,-20-23 0,0 0 0,0 0 0,13 10 0,8 13 0,-22-24 0,0-1 0,0 1 0,1-1 0,-1 0 0,1-1 0,6 5 0,-9-8 0,-1 0 0,1 0 0,0-1 0,-1 1 0,1 0 0,0-1 0,-1 0 0,1 1 0,0-1 0,0 0 0,-1 0 0,1 0 0,0 0 0,0 0 0,-1 0 0,1 0 0,0-1 0,0 1 0,-1-1 0,1 1 0,-1-1 0,1 0 0,0 1 0,-1-1 0,1 0 0,-1 0 0,1 0 0,1-2 0,2-2 0,1 0 0,-1 0 0,0-1 0,0 0 0,0 0 0,-1 0 0,5-9 0,10-14 0,13-3 0,-26 27 0,1-1 0,-1 0 0,9-13 0,57-66 0,-38 48 0,-27 30 0,1 0 0,-1 0 0,8-12 0,-11 13 0,1 0 0,0 0 0,1 1 0,8-7 0,-9 7 0,1 0 0,0-1 0,-1 1 0,6-10 0,6-8-1365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4:28:17.974"/>
    </inkml:context>
    <inkml:brush xml:id="br0">
      <inkml:brushProperty name="width" value="0.15875" units="cm"/>
      <inkml:brushProperty name="height" value="0.15875" units="cm"/>
      <inkml:brushProperty name="color" value="#FF0066"/>
    </inkml:brush>
  </inkml:definitions>
  <inkml:trace contextRef="#ctx0" brushRef="#br0">1 0 24575,'1665'0'-9987,"-1001"13"7061,-101-4 3308,-126-5 4180,-260-5 430,-175 1-4921,-1 0-1,0-1 1,0 1 0,1 0 0,-1 0 0,0 0 0,1 0 0,-1 1 0,0-1 0,0 0 0,1 1 0,-1-1-1,0 0 1,0 1 0,1 0 0,-1-1 0,0 1 0,0 0 0,0-1 0,0 1 0,0 0 0,0 0-1,0 0 1,1 1 0,-2 0 10,1 1-1,-1-1 0,0 0 1,0 0-1,0 0 0,0 0 1,-1 0-1,1 0 0,0 0 1,-1 0-1,0 0 0,1 0 1,-1 0-1,-1 3 0,-9 21-80,3-7 0,0 0 0,1 0 0,2 1 0,0-1 0,-3 26 0,5-26 0,-1 1 0,-9 26 0,-1 9 0,2 25-536,4 1-1,3 144 1,3-52 66,-3-61 470,-2 92 0,7 946-3062,2-1109 3630,2 0 1,14 58-1,-9-51 2252,-3-15-2681,16 114 338,-21-136-477,0 9 0,1-1 0,1 0 0,7 27 0,15 58 0,-9-33 0,-1 16 0,-12-25 0,-3-48 0,1 1 0,0-1 0,4 19 0,16 86 0,-5-19 0,16 21 0,-32-119 0,1-1 0,-1 0 0,0 0 0,0 0 0,1 0 0,-1 0 0,1 0 0,-1 0 0,1 0 0,0 0 0,-1 0 0,1 0 0,0 0 0,-1 0 0,1 0 0,0 0 0,0-1 0,0 1 0,0 0 0,0-1 0,0 1 0,0-1 0,0 1 0,0-1 0,0 1 0,0-1 0,0 0 0,1 1 0,-1-1 0,0 0 0,0 0 0,0 0 0,0 0 0,0 0 0,1 0 0,1-1 0,3-1 0,0 0 0,-1-1 0,1 0 0,0 0 0,-1 0 0,5-5 0,-5 5 0,0-1 0,0 1 0,0 0 0,9-3 0,32-12 0,-33 12 0,0 1 0,17-4 0,-15 5 0,0-1 0,18-9 0,-21 8 0,1 1 0,0 1 0,22-6 0,512-41-2783,-54 47-1496,-270 6 3001,571 7-1203,-324 18 1189,29 0-125,-165-4 3438,-252-15-1980,208-2 1929,-183-7 2050,-106 1-3910,1 0-1,-1 0 1,0 0-1,1 0 1,-1 0-1,0 0 1,1 0-1,-1-1 1,0 1-1,1 0 1,-1-1-1,0 1 1,1-1 0,-1 0-1,0 1 1,0-1-1,0 0 1,0 0-1,1 1 1,-1-1-1,0 0 1,-1 0-1,1 0 1,0 0-1,0-1 1,0 1 0,1-2-1,-1-2 192,0 0 1,0 1-1,-1-1 1,1 0-1,-1 1 0,0-1 1,-1-5-1,-1-24-301,-8-36 0,6 37 0,2 0 0,4-56 0,-1 22 0,-1 45-3,-1-76-178,5-1 0,21-136 0,22 18-1000,43-67 943,-84 268 240,58-180-456,79-201-884,-96 268 882,-32 84 183,25-55 0,93-221 273,-85 195 20,-27 35 3150,-9 34-1603,33-98-1567,-30 78 0,-15 76 0,1-1 0,-1 1 0,0 0 0,0-1 0,1 1 0,-1-1 0,0 1 0,0-1 0,-1 1 0,1-1 0,0 1 0,0-1 0,-1 1 0,1-1 0,-1 1 0,1 0 0,-1-1 0,0 1 0,0 0 0,1-1 0,-1 1 0,0 0 0,0 0 0,0 0 0,0 0 0,0 0 0,0 0 0,-1 0 0,1 0 0,-3-1 0,-1 0 0,-1 1 0,0-1 0,0 1 0,1 0 0,-1 0 0,-9 1 0,-15-2 0,-15-4 0,0 2 0,-83 5 0,46 1 0,-1774-2-6706,1673-7 6706,-9 1-1,-226 6 4205,417 0-4117,-1 0 0,1 0-1,-1 0 1,1 0 0,-1 0 0,1 0-1,-1 1 1,1-1 0,-1 0-1,1 1 1,-1-1 0,1 1-1,-1-1 1,1 1 0,0 0 0,-1 0-1,1-1 1,0 1 0,0 0-1,0 0 1,0 0 0,-1 1 0,1-1-1,-1 2 1,1 0-53,0 1-1,0-1 1,0 1-1,1-1 1,-1 1-1,1 0 1,0 0-1,0-1 1,0 5-1,4 723-1036,-5-444-1737,8-104 1353,-1-65 1068,7 210-1344,-9-167-72,4 222 1726,-7-55-151,-3 261 171,-32-214 227,24-299-219,-22 129 1212,14-126-1325,-4 20 4940,1 26-2081,21-125-2765,0 0 0,0 0 0,0 0 0,0 0 0,0 0 0,0 0 0,-1 0 0,1 0 0,0 0 0,0 0 0,0 0 0,0 0 0,0 0 0,0 0 0,0 0 0,0 0 0,0 0 0,0 0 0,0 0 0,-1 0 0,1 0 0,0 0 0,0 0 0,0 0 0,0 0 0,0 0 0,0 0 0,0 0 0,0 0 0,0 0 0,0 0 0,0 0 0,0 0 0,0 0 0,-1 0 0,1 0 0,0 0 0,0 0 0,0 0 0,0 0 0,0 0 0,0 1 0,0-1 0,0 0 0,0 0 0,0 0 0,0 0 0,0 0 0,0 0 0,0 0 0,0 0 0,0 0 0,0 0 0,0 0 0,0 0 0,0 1 0,0-1 0,0 0 0,0 0 0,0 0 0,0 0 0,0 0 0,0 0 0,-4-10 0,0-13 0,3 17 0,1-1 0,0 1 0,1-1 0,0 1 0,0-1 0,0 1 0,1-1 0,0 1 0,0 0 0,0 0 0,1 0 0,0 0 0,0 0 0,0 0 0,1 1 0,0 0 0,0-1 0,7-5 0,4-7 0,1 1 0,0 1 0,2 0 0,-1 2 0,2 0 0,0 1 0,0 0 0,1 2 0,34-14 0,4 2 0,-33 12 0,0 1 0,0 2 0,1 0 0,28-4 0,119-8-982,181 3 1,1781 18-7626,-1137-2 5887,-861-5 4497,-1-6-1,206-44 1,-309 47-2,38-14 1,-29 9-562,-37 12-922,1-1 0,-1 1 0,1-1 0,8-7 1,-11 7-149,1 1 1,-1 0-1,1-1 1,0 1-1,0 0 1,-1 1-1,1-1 1,0 1 0,0 0-1,1 0 1,5-1-1,134 3-144,12-1 0,-33-13 0,73-12 0,-41 1 0,-90 12 0,-47 7 0,1 2 0,30-3 0,-32 5 0,0-1 0,0-1 0,31-9 0,10-2 0,-34 9 0,-4 2 0,-1 0 0,32-12 0,-28 8-79,1 1 0,0 1 0,0 1 0,0 1-1,28 1 1,-22 0-36,0 0 0,49-11 0,-50 6 45,1 1 0,0 2 1,38-1-1,130-20-634,-9 1 143,-9 0-784,-41 4 1418,361-37-73,-481 55 0,90-14-1135,38-3 970,-19 2-308,24-1-133,-56 6 634,-56 6-4,59-1 0,109-10 1904,-134 9 1740,-58 6-3600,-14 1-56,1 1 0,0-1 0,0 1 0,0-1 0,0 1 0,0 0-1,0 0 1,0 0 0,0 1 0,0-1 0,-1 1 0,1 0 0,0-1 0,0 1 0,0 1 0,-1-1 0,1 0 0,-1 1 0,1-1 0,-1 1 0,1 0 0,3 3 0,2 3-12,1 0 0,0-1 0,0 0 0,1 0 0,0-1 0,0-1 0,0 1 0,17 5 0,72 30 0,-50-11 0,-45-28 0,0 1 0,-1 0 0,1-1 0,-1 1 0,1 0 0,-1 1 0,0-1 0,0 1 0,0-1 0,-1 1 0,1 0 0,-1 0 0,0 0 0,0 0 0,-1 1 0,3 6 0,0 8 0,0-1 0,2 36 0,0-1 0,-2-16 0,-1 0 0,-4 70 0,-1-35 0,4 66-265,-4 148-529,-11-93 794,1-56 0,0 34 0,-1 15-1487,1 9-103,6 27 1143,0 7-26,7-54 129,-2 285-1177,-5-309 1249,-1 97-307,-6 23 579,1-97 0,-29 197 222,10-137-109,-16 144-211,30-131 821,12-161-771,-2 151 448,5-58 2659,5 157-2624,-1-313-443,8 35 1,-5-35 97,2 36 1,6 117 740,-10-150-831,6 28 0,-4-30 0,2 40 0,-5 5-39,-2-18 203,12 86 0,-6-90-207,-2 0 1,-4 69-1,1 30 1524,5-92-1325,1 42 15,-8-90-171,1 0 0,1 0 0,-1 0 0,1 0 0,0 0 0,0 0 0,1-1 0,3 10 0,-4-12 0,1-1 0,-1 1 0,1-1 0,0 0 0,0 0 0,0 0 0,0 0 0,0 0 0,0 0 0,0 0 0,1-1 0,-1 1 0,1-1 0,-1 0 0,1 0 0,-1 0 0,1 0 0,0 0 0,0 0 0,4 0 0,51 16 0,-2 0 0,76 3-1095,-10-3 143,217 18-1440,-301-33 2320,120 5-928,70 6-939,339-1-2780,-369-14 4858,586 1-2604,391 1 4705,-240 1-1409,-725 5-288,6 0 25,120 13 1217,-80-2-584,56 15 317,-297-29-1516,84 14 151,32 4 927,-67-19 128,-50-2-834,0 0 0,0 0 0,0 2 0,0-1 0,0 2 0,0 0 0,-1 1 0,16 5 0,-28-8-374,1 0 0,-1 0 0,1 0 0,0 0 0,-1-1 0,1 1 0,0 0 0,0-1 0,-1 0 0,1 1 0,0-1 0,0 0 0,0 0 0,0 0 0,0 0 0,-1 0 0,1-1 0,0 1 0,3-1 0,-4-1 0,0 1 0,1 0 0,-1-1 0,0 1 0,0-1 0,0 1 0,-1-1 0,1 1 0,0-1 0,-1 0 0,1 1 0,-1-1 0,1 0 0,-1 0 0,0 1 0,1-1 0,-1 0 0,0 0 0,0 0 0,-1-2 0,1-5 0,-1 0 0,0 1 0,-1-1 0,0 1 0,0 0 0,0-1 0,-1 1 0,-1 0 0,1 0 0,-1 1 0,-1-1 0,-7-10 0,8 11 0,-41-70 0,-11-21-479,4 8 62,-126-207-955,-98-97-279,128 187 1734,12 0-801,3 4 16,90 141 478,-143-190-1859,103 154 1736,-127-162-1418,54 69 1639,73 93 174,-10-8-333,-35-45-195,-211-254 576,137 161 1101,-123-149-988,175 209 138,-144-190-266,184 239 234,-18-28 93,34 43 835,29 40-561,-77-81-682,80 95 0,18 18 133,-5-7 658,-74-63 1,46 44 379,50 45-655,-35-26 0,47 41-145,0 0-1,-23-29 0,1 0 127,-39-47-84,71 83-413,0-1 0,1 1 0,0-2 0,1 1 0,0 0 0,-4-17 0,-5-13 0,-10-14 0,11 26 0,1-1 0,1 0 0,-7-32 0,12 40 0,0 0 0,-1 1 0,-1-1 0,-14-29 0,15 35 0,1 1 0,0-1 0,0 0 0,-2-21 0,5 23 0,-1 1 0,0-1 0,-1 1 0,0-1 0,-1 1 0,0 0 0,-10-17 0,5 13 0,1 0 0,-12-28 0,15 25 0,-6-15 0,11 31 0,-1-1 0,0 0 0,0 1 0,0-1 0,0 0 0,0 1 0,0 0 0,0-1 0,0 1 0,0 0 0,-1-1 0,1 1 0,-3-2 0,3 3 0,1 0 0,-1 0 0,1 0 0,0 0 0,-1 0 0,1 1 0,-1-1 0,1 0 0,-1 0 0,1 0 0,-1 0 0,1 0 0,0 1 0,-1-1 0,1 0 0,-1 0 0,1 1 0,0-1 0,-1 0 0,1 1 0,0-1 0,-1 0 0,1 1 0,0-1 0,0 0 0,-1 1 0,1-1 0,0 1 0,0-1 0,0 0 0,0 1 0,-1-1 0,1 1 0,0 0 0,-5 16 0,-7 39 0,-6 88 0,15-113-249,-12 51-1,8-54 185,2 0 1,-2 39 0,-6 131-1914,1-17 249,2 46 1385,-4 229-1350,14 2083-1109,13-2274 3846,0-2-16,-1-75-422,1 5 30,-8-45 914,1 4 467,-6 180 261,0-196-2189,0-125-88,-2 0 0,1 1 0,-2-1 0,-3 14 0,2-14 0,1 1 0,1-1 0,-2 23 0,2-16 0,0 0 0,-6 27 0,3-27 0,2-1 0,-2 31 0,-1 31 0,0 11 0,6 144 0,0-234 0,0 0 0,0 1 0,0-1 0,0 0 0,0 0 0,0 0 0,0 0 0,0 0 0,0 0 0,0 1 0,0-1 0,0 0 0,0 0 0,0 0 0,0 0 0,0 0 0,0 1 0,0-1 0,0 0 0,0 0 0,0 0 0,0 0 0,0 0 0,0 0 0,1 0 0,-1 1 0,0-1 0,0 0 0,0 0 0,0 0 0,0 0 0,0 0 0,0 0 0,0 0 0,0 0 0,1 0 0,-1 0 0,0 1 0,0-1 0,0 0 0,0 0 0,0 0 0,0 0 0,1 0 0,-1 0 0,0 0 0,0 0 0,7-6 0,13-22 0,-7 10 0,10-4-125,0 1 0,46-32 1,18-15-112,-33 21-380,65-41 1,67-34-1029,-136 91 1529,-31 19 102,313-193-2730,15 28 209,-207 110 2398,25-10-36,37-17-143,16-5-35,289-114 350,-239 92-159,-214 98 136,525-242-1057,-336 152 1129,-65 33-52,293-108-108,-419 170 108,462-157 796,-344 122-230,-25 8-114,50-11 655,17-7 154,-35 14 2182,-120 35-359,33-2-2535,-6 2-587,-79 13 41,-1-1 0,1 1 0,-1-1 0,0 0 0,1 0 0,-1-1 0,0 1 0,0-1 0,-1 0 0,1 0 0,0 0 0,-1 0 0,0-1 0,0 1 0,0-1 0,0 0 0,-1 0 0,1 0 0,-1 0 0,0 0 0,0-1 0,0 1 0,-1-1 0,0 1 0,2-9 0,0-8 0,-1 0 0,-1 0 0,-1 0 0,-4-29 0,4 43 0,-2-9 0,0 0 0,-1 1 0,0-1 0,-1 1 0,-1 0 0,-14-28 0,12 27 0,1 1 0,0-1 0,-5-29 0,5 24 0,-10-30 0,-93-170 0,85 169 0,-5-10 0,-116-189-1111,-31-26 591,103 160 348,44 68-411,-35-47-1,-57-78 612,4 4-373,-47-58-1218,72 97-810,18 28 2050,-124-168-1126,53 64 2021,17 24-95,30 50-201,-97-174 1,128 206 172,2 2 600,34 33 3001,0 0-2259,25 55-1766,-2-3-20,0 0 0,1-1 0,1 0-1,0 0 1,-5-21 0,-1-21-5,14 90 0,-3-25 0,2 1 0,-1 0 0,1 0 0,0-1 0,1 1 0,0 0 0,6 14 0,10 15 0,48 108 0,-41-93 0,-16-35 0,14 35 0,-15-33 0,1 0 0,1 0 0,23 33 0,-2-3 0,34 85-719,-14-26 760,236 464-1953,-177-368-289,-32-66 2186,120 261-3263,-115-226 2527,86 189 751,34 129 2268,-184-450-1873,69 179 985,-71-171 2493,-8-23-3413,18 41-1,-23-60-1824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4:28:20.181"/>
    </inkml:context>
    <inkml:brush xml:id="br0">
      <inkml:brushProperty name="width" value="0.15875" units="cm"/>
      <inkml:brushProperty name="height" value="0.15875" units="cm"/>
      <inkml:brushProperty name="color" value="#FF0066"/>
    </inkml:brush>
  </inkml:definitions>
  <inkml:trace contextRef="#ctx0" brushRef="#br0">0 63 24575,'0'2'0,"1"0"0,-1 0 0,0 0 0,1 1 0,0-1 0,-1 0 0,1 0 0,0 0 0,0 0 0,0 0 0,0 0 0,1-1 0,-1 1 0,1 0 0,-1 0 0,1-1 0,-1 1 0,1-1 0,0 0 0,3 3 0,5 2 0,1 0 0,20 8 0,3 2 0,60 43 0,-56-35 0,-17-10 0,36 17 0,-4 1 0,-43-26 0,0 1 0,0-1 0,0-1 0,1 0 0,-1 0 0,13 3 0,-10-4 0,-1 1 0,-1 0 0,1 1 0,-1 0 0,20 15 0,-7-5 0,-2-3 0,-6-4 0,-1 1 0,15 13 0,-25-19 0,0-1 0,1 0 0,-1 0 0,1 0 0,0 0 0,8 2 0,-11-4 0,1 0 0,0 0 0,0 0 0,-1 0 0,1-1 0,0 1 0,0-1 0,0 0 0,0 0 0,0-1 0,5 0 0,-8 0 0,0 1 0,1-1 0,-1 0 0,0 0 0,0 0 0,0 0 0,0 0 0,0 0 0,0 0 0,-1 0 0,1-1 0,0 1 0,0 0 0,-1 0 0,1-1 0,-1 1 0,1 0 0,-1-1 0,0 1 0,1 0 0,-1-1 0,0 1 0,0-3 0,-1-38 0,0 30 0,-5-58 0,2 44 0,0-33 0,-8-111 0,11 157-133,-1 1-1,0-1 1,0 0-1,-6-12 1,6 17-565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502DD3-4649-4019-B529-88BBEB540529}" type="datetimeFigureOut">
              <a:rPr lang="en-US" smtClean="0"/>
              <a:t>2026-09-15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71054A-B7AE-4207-90DA-DC5AC8E2A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509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58D31-C60F-BDBB-6E8C-1C18FB2A6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06E422-06BC-C9AE-2881-BC1707D40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9B1070-01E9-FA7C-F22E-26DC06FD25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sv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9977F-8F88-B521-1643-2109AC39E2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10617-7E80-48AD-BA2A-B6272EA2932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898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2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627923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87A32-D8D7-B61B-2C7E-148E613CF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7FEB3-D2FA-137B-C0AA-6C2B3275A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7D7E57-6998-5935-5634-4779D083C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9B6B1-AC69-B40E-8384-CD50AD96C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1054A-B7AE-4207-90DA-DC5AC8E2A00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2277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67916-6F9B-0AB4-880B-354F388C8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2F07BC-30F7-8ADA-451B-0762A409A6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E69110-07D9-0C73-47D5-C39621591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35D98-F2F7-DE2D-4161-9D3C9D705C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1054A-B7AE-4207-90DA-DC5AC8E2A00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262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587A5-09A1-5646-7083-98D392DD9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77564D-C493-E198-0C6B-E1890329B8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AE4BB6-20AA-290F-2839-EFFA40071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sv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53C2D-D5D1-75FE-AAFB-4F0232EDF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10617-7E80-48AD-BA2A-B6272EA2932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153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125000" b="-1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C16ED-1ED6-CBC8-E895-7557BA29E0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4128" y="1122363"/>
            <a:ext cx="10131552" cy="1803717"/>
          </a:xfrm>
        </p:spPr>
        <p:txBody>
          <a:bodyPr anchor="ctr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2E4AA5-ECF5-5527-3A23-9C295F2AE7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FCECC-AD9A-9E35-BDE2-69C99164B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A5143-3D09-4EED-A8BB-7057DB5C4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4481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4CDDC-C4B0-38C6-2F63-E4877F62F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568" y="365125"/>
            <a:ext cx="11521440" cy="86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A7ED3-87CD-A54A-7D90-1852265F0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568" y="1460500"/>
            <a:ext cx="11521440" cy="47574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3A3AA-7702-A423-72A6-363AC6CC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A5143-3D09-4EED-A8BB-7057DB5C4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541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1F1F8-46B3-C3A4-2FA0-263D835FA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84" y="365125"/>
            <a:ext cx="11533632" cy="86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28AD0-DC31-0E0F-E794-9CE4A3F0A0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9184" y="1459865"/>
            <a:ext cx="5501640" cy="47292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6E1A2C-219A-C26F-6546-CAB3B0011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1176" y="1459865"/>
            <a:ext cx="5501640" cy="4729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6DBA71-C599-7D1E-EA08-6CD0A86FB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A5143-3D09-4EED-A8BB-7057DB5C4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174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317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FDAA46-685D-99AC-EC46-4568C1E73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496" y="365125"/>
            <a:ext cx="11631168" cy="866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EB4B8-FCC8-29E0-BBE7-FD95249CF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496" y="1460500"/>
            <a:ext cx="11631168" cy="4757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D2BB6-7B07-E667-C6CC-4E207106EB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2A5143-3D09-4EED-A8BB-7057DB5C4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746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openxmlformats.org/officeDocument/2006/relationships/image" Target="../media/image50.png"/><Relationship Id="rId12" Type="http://schemas.openxmlformats.org/officeDocument/2006/relationships/customXml" Target="../ink/ink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7.png"/><Relationship Id="rId5" Type="http://schemas.openxmlformats.org/officeDocument/2006/relationships/image" Target="../media/image42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6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2.xml"/><Relationship Id="rId18" Type="http://schemas.openxmlformats.org/officeDocument/2006/relationships/image" Target="../media/image18.png"/><Relationship Id="rId26" Type="http://schemas.openxmlformats.org/officeDocument/2006/relationships/image" Target="../media/image22.png"/><Relationship Id="rId39" Type="http://schemas.openxmlformats.org/officeDocument/2006/relationships/customXml" Target="../ink/ink25.xml"/><Relationship Id="rId21" Type="http://schemas.openxmlformats.org/officeDocument/2006/relationships/customXml" Target="../ink/ink16.xml"/><Relationship Id="rId34" Type="http://schemas.openxmlformats.org/officeDocument/2006/relationships/image" Target="../media/image26.png"/><Relationship Id="rId42" Type="http://schemas.openxmlformats.org/officeDocument/2006/relationships/image" Target="../media/image30.png"/><Relationship Id="rId7" Type="http://schemas.openxmlformats.org/officeDocument/2006/relationships/customXml" Target="../ink/ink9.xml"/><Relationship Id="rId2" Type="http://schemas.openxmlformats.org/officeDocument/2006/relationships/image" Target="../media/image10.png"/><Relationship Id="rId16" Type="http://schemas.openxmlformats.org/officeDocument/2006/relationships/image" Target="../media/image17.png"/><Relationship Id="rId29" Type="http://schemas.openxmlformats.org/officeDocument/2006/relationships/customXml" Target="../ink/ink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customXml" Target="../ink/ink11.xml"/><Relationship Id="rId24" Type="http://schemas.openxmlformats.org/officeDocument/2006/relationships/image" Target="../media/image21.png"/><Relationship Id="rId32" Type="http://schemas.openxmlformats.org/officeDocument/2006/relationships/image" Target="../media/image25.png"/><Relationship Id="rId37" Type="http://schemas.openxmlformats.org/officeDocument/2006/relationships/customXml" Target="../ink/ink24.xml"/><Relationship Id="rId40" Type="http://schemas.openxmlformats.org/officeDocument/2006/relationships/image" Target="../media/image29.png"/><Relationship Id="rId45" Type="http://schemas.openxmlformats.org/officeDocument/2006/relationships/customXml" Target="../ink/ink28.xml"/><Relationship Id="rId5" Type="http://schemas.openxmlformats.org/officeDocument/2006/relationships/customXml" Target="../ink/ink8.xml"/><Relationship Id="rId15" Type="http://schemas.openxmlformats.org/officeDocument/2006/relationships/customXml" Target="../ink/ink13.xml"/><Relationship Id="rId23" Type="http://schemas.openxmlformats.org/officeDocument/2006/relationships/customXml" Target="../ink/ink17.xml"/><Relationship Id="rId28" Type="http://schemas.openxmlformats.org/officeDocument/2006/relationships/image" Target="../media/image23.png"/><Relationship Id="rId36" Type="http://schemas.openxmlformats.org/officeDocument/2006/relationships/image" Target="../media/image27.png"/><Relationship Id="rId10" Type="http://schemas.openxmlformats.org/officeDocument/2006/relationships/image" Target="../media/image14.png"/><Relationship Id="rId19" Type="http://schemas.openxmlformats.org/officeDocument/2006/relationships/customXml" Target="../ink/ink15.xml"/><Relationship Id="rId31" Type="http://schemas.openxmlformats.org/officeDocument/2006/relationships/customXml" Target="../ink/ink21.xml"/><Relationship Id="rId44" Type="http://schemas.openxmlformats.org/officeDocument/2006/relationships/image" Target="../media/image31.png"/><Relationship Id="rId4" Type="http://schemas.openxmlformats.org/officeDocument/2006/relationships/image" Target="../media/image11.png"/><Relationship Id="rId9" Type="http://schemas.openxmlformats.org/officeDocument/2006/relationships/customXml" Target="../ink/ink10.xml"/><Relationship Id="rId14" Type="http://schemas.openxmlformats.org/officeDocument/2006/relationships/image" Target="../media/image16.png"/><Relationship Id="rId22" Type="http://schemas.openxmlformats.org/officeDocument/2006/relationships/image" Target="../media/image20.png"/><Relationship Id="rId27" Type="http://schemas.openxmlformats.org/officeDocument/2006/relationships/customXml" Target="../ink/ink19.xml"/><Relationship Id="rId30" Type="http://schemas.openxmlformats.org/officeDocument/2006/relationships/image" Target="../media/image24.png"/><Relationship Id="rId35" Type="http://schemas.openxmlformats.org/officeDocument/2006/relationships/customXml" Target="../ink/ink23.xml"/><Relationship Id="rId43" Type="http://schemas.openxmlformats.org/officeDocument/2006/relationships/customXml" Target="../ink/ink27.xml"/><Relationship Id="rId8" Type="http://schemas.openxmlformats.org/officeDocument/2006/relationships/image" Target="../media/image13.png"/><Relationship Id="rId3" Type="http://schemas.openxmlformats.org/officeDocument/2006/relationships/customXml" Target="../ink/ink7.xml"/><Relationship Id="rId12" Type="http://schemas.openxmlformats.org/officeDocument/2006/relationships/image" Target="../media/image15.png"/><Relationship Id="rId17" Type="http://schemas.openxmlformats.org/officeDocument/2006/relationships/customXml" Target="../ink/ink14.xml"/><Relationship Id="rId25" Type="http://schemas.openxmlformats.org/officeDocument/2006/relationships/customXml" Target="../ink/ink18.xml"/><Relationship Id="rId33" Type="http://schemas.openxmlformats.org/officeDocument/2006/relationships/customXml" Target="../ink/ink22.xml"/><Relationship Id="rId38" Type="http://schemas.openxmlformats.org/officeDocument/2006/relationships/image" Target="../media/image28.png"/><Relationship Id="rId46" Type="http://schemas.openxmlformats.org/officeDocument/2006/relationships/image" Target="../media/image32.png"/><Relationship Id="rId20" Type="http://schemas.openxmlformats.org/officeDocument/2006/relationships/image" Target="../media/image19.png"/><Relationship Id="rId41" Type="http://schemas.openxmlformats.org/officeDocument/2006/relationships/customXml" Target="../ink/ink2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customXml" Target="../ink/ink34.xml"/><Relationship Id="rId3" Type="http://schemas.openxmlformats.org/officeDocument/2006/relationships/customXml" Target="../ink/ink29.xml"/><Relationship Id="rId7" Type="http://schemas.openxmlformats.org/officeDocument/2006/relationships/customXml" Target="../ink/ink31.xml"/><Relationship Id="rId12" Type="http://schemas.openxmlformats.org/officeDocument/2006/relationships/image" Target="../media/image3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customXml" Target="../ink/ink33.xml"/><Relationship Id="rId5" Type="http://schemas.openxmlformats.org/officeDocument/2006/relationships/customXml" Target="../ink/ink30.xml"/><Relationship Id="rId10" Type="http://schemas.openxmlformats.org/officeDocument/2006/relationships/image" Target="../media/image36.png"/><Relationship Id="rId4" Type="http://schemas.openxmlformats.org/officeDocument/2006/relationships/image" Target="../media/image33.png"/><Relationship Id="rId9" Type="http://schemas.openxmlformats.org/officeDocument/2006/relationships/customXml" Target="../ink/ink32.xml"/><Relationship Id="rId1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sv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sv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sv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A87DB-38DC-8E93-E004-6A46D9A41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8D3F85-47F5-BBF9-6813-B1906DF35E2C}"/>
              </a:ext>
            </a:extLst>
          </p:cNvPr>
          <p:cNvSpPr txBox="1"/>
          <p:nvPr/>
        </p:nvSpPr>
        <p:spPr>
          <a:xfrm>
            <a:off x="3013265" y="5396247"/>
            <a:ext cx="21684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None/>
            </a:pPr>
            <a:r>
              <a:rPr lang="en-US" dirty="0"/>
              <a:t>Niklas Edvall, PhD</a:t>
            </a:r>
          </a:p>
          <a:p>
            <a:pPr algn="ctr">
              <a:buNone/>
            </a:pPr>
            <a:r>
              <a:rPr lang="en-US" dirty="0"/>
              <a:t>niklas.edvall@ki.se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6343AF-2391-02B3-504B-E241FFF4047B}"/>
              </a:ext>
            </a:extLst>
          </p:cNvPr>
          <p:cNvSpPr txBox="1"/>
          <p:nvPr/>
        </p:nvSpPr>
        <p:spPr>
          <a:xfrm>
            <a:off x="6613300" y="5396247"/>
            <a:ext cx="33211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dirty="0"/>
              <a:t>Andreas Gerhardsson, PhD</a:t>
            </a:r>
            <a:endParaRPr lang="en-US" dirty="0"/>
          </a:p>
          <a:p>
            <a:pPr algn="ctr">
              <a:buNone/>
            </a:pPr>
            <a:r>
              <a:rPr lang="en-US" sz="1800" dirty="0"/>
              <a:t>andreas.Gerhardsson@ki.se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C52631-A39A-91E0-3097-83F0E17891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010"/>
          <a:stretch>
            <a:fillRect/>
          </a:stretch>
        </p:blipFill>
        <p:spPr>
          <a:xfrm>
            <a:off x="7325701" y="3412616"/>
            <a:ext cx="1896335" cy="18950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A641ED-DD54-BE86-DB57-F3030862D0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09"/>
          <a:stretch>
            <a:fillRect/>
          </a:stretch>
        </p:blipFill>
        <p:spPr>
          <a:xfrm>
            <a:off x="3140768" y="3429000"/>
            <a:ext cx="1896335" cy="1878686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1342419A-776D-8D97-AF1D-0327349D54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056" y="902953"/>
            <a:ext cx="10180320" cy="2387600"/>
          </a:xfrm>
        </p:spPr>
        <p:txBody>
          <a:bodyPr anchor="ctr">
            <a:normAutofit fontScale="90000"/>
          </a:bodyPr>
          <a:lstStyle/>
          <a:p>
            <a:r>
              <a:rPr lang="en-US" b="1" dirty="0"/>
              <a:t>Open Science in Practice: Collaborative Research with Git</a:t>
            </a:r>
            <a:endParaRPr lang="en-US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66762CAD-FFB5-0DEB-E799-BA65C62AAD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b="1" dirty="0"/>
              <a:t>K8F6106</a:t>
            </a:r>
            <a:br>
              <a:rPr lang="en-US" b="1" dirty="0"/>
            </a:br>
            <a:r>
              <a:rPr lang="en-US" b="1" dirty="0"/>
              <a:t>HT2026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461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250195B-8A87-0659-1403-6E7233781A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 anchor="ctr">
            <a:normAutofit/>
          </a:bodyPr>
          <a:lstStyle/>
          <a:p>
            <a:r>
              <a:rPr lang="en-GB" b="1" noProof="0" dirty="0"/>
              <a:t>Mini-project and </a:t>
            </a:r>
            <a:br>
              <a:rPr lang="en-GB" b="1" noProof="0" dirty="0"/>
            </a:br>
            <a:r>
              <a:rPr lang="en-GB" b="1" noProof="0" dirty="0"/>
              <a:t>data overview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1B4D2C54-6FB1-D0FC-01BE-847D5965E8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 anchor="t">
            <a:normAutofit/>
          </a:bodyPr>
          <a:lstStyle/>
          <a:p>
            <a:r>
              <a:rPr lang="en-GB" noProof="0" dirty="0"/>
              <a:t>Niklas </a:t>
            </a:r>
            <a:r>
              <a:rPr lang="en-GB" noProof="0" dirty="0" err="1"/>
              <a:t>Edvall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099428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7A4F1-9E39-7EF0-1C23-3770529C9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R</a:t>
            </a:r>
            <a:r>
              <a:rPr lang="en-US" dirty="0" err="1"/>
              <a:t>equirements</a:t>
            </a:r>
            <a:r>
              <a:rPr lang="en-US" dirty="0"/>
              <a:t> for passing course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BFA26B-4B08-B94F-2D52-FD0348E0C74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53568" y="1460500"/>
            <a:ext cx="11521440" cy="3651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sv-SE" sz="2400" dirty="0" err="1"/>
              <a:t>Write</a:t>
            </a:r>
            <a:r>
              <a:rPr lang="sv-SE" sz="2400" dirty="0"/>
              <a:t> a pipeline to </a:t>
            </a:r>
            <a:r>
              <a:rPr lang="sv-SE" sz="2400" dirty="0" err="1"/>
              <a:t>analyze</a:t>
            </a:r>
            <a:r>
              <a:rPr lang="sv-SE" sz="2400" dirty="0"/>
              <a:t> a </a:t>
            </a:r>
            <a:r>
              <a:rPr lang="sv-SE" sz="2400" dirty="0" err="1"/>
              <a:t>dataset</a:t>
            </a:r>
            <a:endParaRPr lang="sv-SE" sz="2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sv-SE" sz="2400" dirty="0"/>
              <a:t>Minimum </a:t>
            </a:r>
            <a:r>
              <a:rPr lang="sv-SE" sz="2400" dirty="0" err="1"/>
              <a:t>analysis</a:t>
            </a:r>
            <a:r>
              <a:rPr lang="sv-SE" sz="2400" dirty="0"/>
              <a:t> is </a:t>
            </a:r>
            <a:r>
              <a:rPr lang="sv-SE" sz="2400" dirty="0" err="1"/>
              <a:t>one</a:t>
            </a:r>
            <a:r>
              <a:rPr lang="sv-SE" sz="2400" dirty="0"/>
              <a:t> </a:t>
            </a:r>
            <a:r>
              <a:rPr lang="sv-SE" sz="2400" dirty="0" err="1"/>
              <a:t>figure</a:t>
            </a:r>
            <a:r>
              <a:rPr lang="sv-SE" sz="2400" dirty="0"/>
              <a:t> + </a:t>
            </a:r>
            <a:r>
              <a:rPr lang="sv-SE" sz="2400" dirty="0" err="1"/>
              <a:t>one</a:t>
            </a:r>
            <a:r>
              <a:rPr lang="sv-SE" sz="2400" dirty="0"/>
              <a:t> ”</a:t>
            </a:r>
            <a:r>
              <a:rPr lang="sv-SE" sz="2400" dirty="0" err="1"/>
              <a:t>result</a:t>
            </a:r>
            <a:r>
              <a:rPr lang="sv-SE" sz="2400" dirty="0"/>
              <a:t>”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sv-SE" sz="2400" dirty="0"/>
              <a:t>Data goes in </a:t>
            </a:r>
            <a:r>
              <a:rPr lang="en-US" sz="2400" dirty="0">
                <a:latin typeface="Amasis MT Pro Medium" panose="02040604050005020304" pitchFamily="18" charset="0"/>
              </a:rPr>
              <a:t>→</a:t>
            </a:r>
            <a:r>
              <a:rPr lang="sv-SE" sz="2400" dirty="0"/>
              <a:t> </a:t>
            </a:r>
            <a:r>
              <a:rPr lang="sv-SE" sz="2400" dirty="0" err="1"/>
              <a:t>Result</a:t>
            </a:r>
            <a:r>
              <a:rPr lang="sv-SE" sz="2400" dirty="0"/>
              <a:t> </a:t>
            </a:r>
            <a:r>
              <a:rPr lang="sv-SE" sz="2400" dirty="0" err="1"/>
              <a:t>report</a:t>
            </a:r>
            <a:r>
              <a:rPr lang="sv-SE" sz="2400" dirty="0"/>
              <a:t> </a:t>
            </a:r>
            <a:r>
              <a:rPr lang="sv-SE" sz="2400" dirty="0" err="1"/>
              <a:t>comes</a:t>
            </a:r>
            <a:r>
              <a:rPr lang="sv-SE" sz="2400" dirty="0"/>
              <a:t> </a:t>
            </a:r>
            <a:r>
              <a:rPr lang="sv-SE" sz="2400" dirty="0" err="1"/>
              <a:t>out</a:t>
            </a:r>
            <a:endParaRPr lang="sv-SE" sz="2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sv-SE" sz="2400" dirty="0"/>
              <a:t>In a public repo on </a:t>
            </a:r>
            <a:r>
              <a:rPr lang="sv-SE" sz="2400" dirty="0" err="1"/>
              <a:t>GitHub</a:t>
            </a:r>
            <a:endParaRPr lang="sv-SE" sz="2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sv-SE" sz="2400" dirty="0"/>
              <a:t>Plausible </a:t>
            </a:r>
            <a:r>
              <a:rPr lang="sv-SE" sz="2400" dirty="0" err="1"/>
              <a:t>commit</a:t>
            </a:r>
            <a:r>
              <a:rPr lang="sv-SE" sz="2400" dirty="0"/>
              <a:t> </a:t>
            </a:r>
            <a:r>
              <a:rPr lang="sv-SE" sz="2400" dirty="0" err="1"/>
              <a:t>history</a:t>
            </a:r>
            <a:endParaRPr lang="sv-SE" sz="2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sv-SE" sz="2400" dirty="0" err="1"/>
              <a:t>One</a:t>
            </a:r>
            <a:r>
              <a:rPr lang="sv-SE" sz="2400" dirty="0"/>
              <a:t> </a:t>
            </a:r>
            <a:r>
              <a:rPr lang="sv-SE" sz="2400" dirty="0" err="1"/>
              <a:t>branch</a:t>
            </a:r>
            <a:r>
              <a:rPr lang="sv-SE" sz="2400" dirty="0"/>
              <a:t> + </a:t>
            </a:r>
            <a:r>
              <a:rPr lang="sv-SE" sz="2400" dirty="0" err="1"/>
              <a:t>merge</a:t>
            </a:r>
            <a:endParaRPr lang="sv-SE" sz="2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sv-SE" sz="2400" dirty="0"/>
              <a:t>Well </a:t>
            </a:r>
            <a:r>
              <a:rPr lang="sv-SE" sz="2400" dirty="0" err="1"/>
              <a:t>organized</a:t>
            </a:r>
            <a:r>
              <a:rPr lang="sv-SE" sz="2400" dirty="0"/>
              <a:t> – no </a:t>
            </a:r>
            <a:r>
              <a:rPr lang="sv-SE" sz="2400" dirty="0" err="1"/>
              <a:t>monoliths</a:t>
            </a:r>
            <a:endParaRPr lang="sv-SE" sz="2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sv-SE" sz="2400" dirty="0"/>
              <a:t>Well </a:t>
            </a:r>
            <a:r>
              <a:rPr lang="sv-SE" sz="2400" dirty="0" err="1"/>
              <a:t>documented</a:t>
            </a:r>
            <a:r>
              <a:rPr lang="sv-SE" sz="2400" dirty="0"/>
              <a:t> (README) and </a:t>
            </a:r>
            <a:r>
              <a:rPr lang="sv-SE" sz="2400" dirty="0" err="1"/>
              <a:t>commented</a:t>
            </a:r>
            <a:endParaRPr lang="sv-SE" sz="2400" dirty="0"/>
          </a:p>
        </p:txBody>
      </p:sp>
    </p:spTree>
    <p:extLst>
      <p:ext uri="{BB962C8B-B14F-4D97-AF65-F5344CB8AC3E}">
        <p14:creationId xmlns:p14="http://schemas.microsoft.com/office/powerpoint/2010/main" val="3677774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4DA15-E7A1-37A6-F599-21A106C98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F96096-1182-D196-492A-295CF8F67F08}"/>
              </a:ext>
            </a:extLst>
          </p:cNvPr>
          <p:cNvSpPr txBox="1"/>
          <p:nvPr/>
        </p:nvSpPr>
        <p:spPr>
          <a:xfrm>
            <a:off x="2587437" y="276592"/>
            <a:ext cx="70171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/>
            </a:lvl1pPr>
          </a:lstStyle>
          <a:p>
            <a:r>
              <a:rPr lang="sv-SE" dirty="0"/>
              <a:t>https://github.com/NiklasEdvall/an-approved-repo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887361-D8A4-5BFE-E73A-E4C34BACB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987" y="964159"/>
            <a:ext cx="9870662" cy="550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150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9B96A8-D7CF-28F3-8DBC-0CD60E8DF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846" y="884965"/>
            <a:ext cx="4986308" cy="50880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2453712-4EB9-59FA-8869-C34B6ED310BB}"/>
                  </a:ext>
                </a:extLst>
              </p14:cNvPr>
              <p14:cNvContentPartPr/>
              <p14:nvPr/>
            </p14:nvContentPartPr>
            <p14:xfrm>
              <a:off x="5206689" y="963167"/>
              <a:ext cx="1878120" cy="763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2453712-4EB9-59FA-8869-C34B6ED310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71049" y="927527"/>
                <a:ext cx="1949760" cy="83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7248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877B8-7A77-CA42-D783-2F63DA7CD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FF49BE-67ED-3E36-F7FA-BC643215D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690" y="548300"/>
            <a:ext cx="8800619" cy="5761399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7BD75E5-C260-96A3-2116-742BE63D9DBB}"/>
                  </a:ext>
                </a:extLst>
              </p14:cNvPr>
              <p14:cNvContentPartPr/>
              <p14:nvPr/>
            </p14:nvContentPartPr>
            <p14:xfrm>
              <a:off x="2221333" y="3427027"/>
              <a:ext cx="8046360" cy="666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7BD75E5-C260-96A3-2116-742BE63D9DB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12693" y="3418387"/>
                <a:ext cx="8064000" cy="8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E0926181-0168-893C-801A-D5776BAA8B15}"/>
              </a:ext>
            </a:extLst>
          </p:cNvPr>
          <p:cNvGrpSpPr/>
          <p:nvPr/>
        </p:nvGrpSpPr>
        <p:grpSpPr>
          <a:xfrm>
            <a:off x="8317573" y="2782267"/>
            <a:ext cx="222840" cy="357120"/>
            <a:chOff x="8317573" y="2782267"/>
            <a:chExt cx="222840" cy="35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4DCB0F7-F295-AFF7-018B-DF18CC5BA46E}"/>
                    </a:ext>
                  </a:extLst>
                </p14:cNvPr>
                <p14:cNvContentPartPr/>
                <p14:nvPr/>
              </p14:nvContentPartPr>
              <p14:xfrm>
                <a:off x="8358253" y="2782267"/>
                <a:ext cx="182160" cy="340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4DCB0F7-F295-AFF7-018B-DF18CC5BA46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49253" y="2773627"/>
                  <a:ext cx="19980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22F21F1-7559-7E65-D3B3-789A44F4C646}"/>
                    </a:ext>
                  </a:extLst>
                </p14:cNvPr>
                <p14:cNvContentPartPr/>
                <p14:nvPr/>
              </p14:nvContentPartPr>
              <p14:xfrm>
                <a:off x="8317573" y="3074947"/>
                <a:ext cx="136440" cy="64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22F21F1-7559-7E65-D3B3-789A44F4C64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308573" y="3065947"/>
                  <a:ext cx="154080" cy="8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65FFDF5-564C-F4FB-0940-F1E252C64B5D}"/>
                  </a:ext>
                </a:extLst>
              </p14:cNvPr>
              <p14:cNvContentPartPr/>
              <p14:nvPr/>
            </p14:nvContentPartPr>
            <p14:xfrm>
              <a:off x="9922813" y="2828347"/>
              <a:ext cx="126360" cy="3283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65FFDF5-564C-F4FB-0940-F1E252C64B5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913813" y="2819707"/>
                <a:ext cx="144000" cy="3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727B34B-5694-C9BE-A32B-0C147F0BD324}"/>
                  </a:ext>
                </a:extLst>
              </p14:cNvPr>
              <p14:cNvContentPartPr/>
              <p14:nvPr/>
            </p14:nvContentPartPr>
            <p14:xfrm>
              <a:off x="9868453" y="3089707"/>
              <a:ext cx="111960" cy="72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727B34B-5694-C9BE-A32B-0C147F0BD32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859813" y="3081067"/>
                <a:ext cx="129600" cy="9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0623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1DB6F-F77C-14A3-A10B-D56A4E18E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355253-0C3E-7AE6-8A70-737355638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846" y="884965"/>
            <a:ext cx="4986308" cy="508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514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05AE7-5E72-7D72-0B33-8105A9C84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A255D1-47A9-CD24-3268-C8D971685F4E}"/>
              </a:ext>
            </a:extLst>
          </p:cNvPr>
          <p:cNvSpPr txBox="1"/>
          <p:nvPr/>
        </p:nvSpPr>
        <p:spPr>
          <a:xfrm>
            <a:off x="5048918" y="3059668"/>
            <a:ext cx="2094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SUMMARY REPORT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E0D11C-13E1-928C-2D6F-97A1DB762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702" y="356839"/>
            <a:ext cx="5582596" cy="6501161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4558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531E4-67C7-ABA5-9904-FB42D2780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9C976F-5F87-BA7D-0673-C64D672A3A46}"/>
              </a:ext>
            </a:extLst>
          </p:cNvPr>
          <p:cNvSpPr txBox="1"/>
          <p:nvPr/>
        </p:nvSpPr>
        <p:spPr>
          <a:xfrm>
            <a:off x="434659" y="241478"/>
            <a:ext cx="4150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3600" dirty="0" err="1"/>
              <a:t>Simulating</a:t>
            </a:r>
            <a:r>
              <a:rPr lang="sv-SE" sz="3600" dirty="0"/>
              <a:t> data</a:t>
            </a:r>
            <a:endParaRPr lang="en-US" sz="20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5754D8C-751D-9F6E-0D30-4F7F710A7DBD}"/>
              </a:ext>
            </a:extLst>
          </p:cNvPr>
          <p:cNvSpPr/>
          <p:nvPr/>
        </p:nvSpPr>
        <p:spPr>
          <a:xfrm>
            <a:off x="434659" y="1494263"/>
            <a:ext cx="1882325" cy="10080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Design experiment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EC4B918-C0F3-3551-5C32-B6718772E9F9}"/>
              </a:ext>
            </a:extLst>
          </p:cNvPr>
          <p:cNvSpPr/>
          <p:nvPr/>
        </p:nvSpPr>
        <p:spPr>
          <a:xfrm>
            <a:off x="2554135" y="1494263"/>
            <a:ext cx="1882325" cy="10080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/>
              <a:t>Collect</a:t>
            </a:r>
            <a:r>
              <a:rPr lang="sv-SE" dirty="0"/>
              <a:t> data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0DEAA9C-6FAC-D42F-6C24-C4A2B27942D3}"/>
              </a:ext>
            </a:extLst>
          </p:cNvPr>
          <p:cNvSpPr/>
          <p:nvPr/>
        </p:nvSpPr>
        <p:spPr>
          <a:xfrm>
            <a:off x="4673611" y="1494263"/>
            <a:ext cx="1882325" cy="10080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/>
              <a:t>Wait</a:t>
            </a:r>
            <a:r>
              <a:rPr lang="sv-SE" dirty="0"/>
              <a:t> </a:t>
            </a:r>
            <a:r>
              <a:rPr lang="sv-SE" dirty="0" err="1"/>
              <a:t>what</a:t>
            </a:r>
            <a:r>
              <a:rPr lang="sv-SE" dirty="0"/>
              <a:t>?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CFA283C-E89D-45B8-A636-1BCCB26F32DB}"/>
              </a:ext>
            </a:extLst>
          </p:cNvPr>
          <p:cNvSpPr/>
          <p:nvPr/>
        </p:nvSpPr>
        <p:spPr>
          <a:xfrm>
            <a:off x="2554134" y="2859915"/>
            <a:ext cx="1882325" cy="10080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/>
              <a:t>Actually</a:t>
            </a:r>
            <a:r>
              <a:rPr lang="sv-SE" dirty="0"/>
              <a:t> </a:t>
            </a:r>
            <a:r>
              <a:rPr lang="sv-SE" dirty="0" err="1"/>
              <a:t>collect</a:t>
            </a:r>
            <a:r>
              <a:rPr lang="sv-SE" dirty="0"/>
              <a:t> data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5E1C0BC-726C-F42C-294B-BE0A895C3296}"/>
              </a:ext>
            </a:extLst>
          </p:cNvPr>
          <p:cNvSpPr/>
          <p:nvPr/>
        </p:nvSpPr>
        <p:spPr>
          <a:xfrm>
            <a:off x="4673610" y="2859915"/>
            <a:ext cx="1882325" cy="10080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/>
              <a:t>Add</a:t>
            </a:r>
            <a:r>
              <a:rPr lang="sv-SE" dirty="0"/>
              <a:t> experiment or </a:t>
            </a:r>
            <a:r>
              <a:rPr lang="sv-SE" dirty="0" err="1"/>
              <a:t>group</a:t>
            </a:r>
            <a:endParaRPr lang="sv-SE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518CBA1-0F99-17B5-0171-865950447B25}"/>
              </a:ext>
            </a:extLst>
          </p:cNvPr>
          <p:cNvSpPr/>
          <p:nvPr/>
        </p:nvSpPr>
        <p:spPr>
          <a:xfrm>
            <a:off x="6793086" y="2859915"/>
            <a:ext cx="1882325" cy="10080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/>
              <a:t>Now</a:t>
            </a:r>
            <a:r>
              <a:rPr lang="sv-SE" dirty="0"/>
              <a:t>! THIS is data!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C2CCB6D-668B-2B26-3B10-4A4FA749D88D}"/>
              </a:ext>
            </a:extLst>
          </p:cNvPr>
          <p:cNvSpPr/>
          <p:nvPr/>
        </p:nvSpPr>
        <p:spPr>
          <a:xfrm>
            <a:off x="6793086" y="4189883"/>
            <a:ext cx="1882325" cy="10080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/>
              <a:t>Analyze</a:t>
            </a:r>
            <a:r>
              <a:rPr lang="sv-SE" dirty="0"/>
              <a:t> data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8C37042-5428-75AE-AF79-11558AAB43CD}"/>
              </a:ext>
            </a:extLst>
          </p:cNvPr>
          <p:cNvSpPr/>
          <p:nvPr/>
        </p:nvSpPr>
        <p:spPr>
          <a:xfrm>
            <a:off x="8912562" y="2859915"/>
            <a:ext cx="1882325" cy="1008070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Poster presentation in Berlin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D0C7F55-82A6-E15B-9046-237BC2281D8D}"/>
              </a:ext>
            </a:extLst>
          </p:cNvPr>
          <p:cNvSpPr/>
          <p:nvPr/>
        </p:nvSpPr>
        <p:spPr>
          <a:xfrm>
            <a:off x="6793085" y="5519851"/>
            <a:ext cx="1882325" cy="10080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/>
              <a:t>Write</a:t>
            </a:r>
            <a:r>
              <a:rPr lang="sv-SE" dirty="0"/>
              <a:t> </a:t>
            </a:r>
            <a:r>
              <a:rPr lang="sv-SE" dirty="0" err="1"/>
              <a:t>manuscript</a:t>
            </a:r>
            <a:endParaRPr lang="sv-SE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E4FC05C-D44D-1EE7-005A-33A1F8631B12}"/>
              </a:ext>
            </a:extLst>
          </p:cNvPr>
          <p:cNvSpPr/>
          <p:nvPr/>
        </p:nvSpPr>
        <p:spPr>
          <a:xfrm>
            <a:off x="8912561" y="5519851"/>
            <a:ext cx="1882325" cy="10080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Re-</a:t>
            </a:r>
            <a:r>
              <a:rPr lang="sv-SE" dirty="0" err="1"/>
              <a:t>analyze</a:t>
            </a:r>
            <a:endParaRPr lang="sv-SE" dirty="0"/>
          </a:p>
          <a:p>
            <a:pPr algn="ctr"/>
            <a:r>
              <a:rPr lang="sv-SE" dirty="0"/>
              <a:t>data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761DBC3-C691-0209-0FDF-955E69639A28}"/>
              </a:ext>
            </a:extLst>
          </p:cNvPr>
          <p:cNvSpPr/>
          <p:nvPr/>
        </p:nvSpPr>
        <p:spPr>
          <a:xfrm>
            <a:off x="9572714" y="4189883"/>
            <a:ext cx="1882325" cy="10080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SUBMIT PAPER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D029A38-5592-C540-2331-07B7DFF6CB6C}"/>
              </a:ext>
            </a:extLst>
          </p:cNvPr>
          <p:cNvGrpSpPr/>
          <p:nvPr/>
        </p:nvGrpSpPr>
        <p:grpSpPr>
          <a:xfrm>
            <a:off x="2135746" y="1909089"/>
            <a:ext cx="531399" cy="227967"/>
            <a:chOff x="2297107" y="4509290"/>
            <a:chExt cx="365040" cy="15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5C96156-5A1B-FD5B-6664-F212E9EAE9CA}"/>
                    </a:ext>
                  </a:extLst>
                </p14:cNvPr>
                <p14:cNvContentPartPr/>
                <p14:nvPr/>
              </p14:nvContentPartPr>
              <p14:xfrm>
                <a:off x="2297107" y="4561850"/>
                <a:ext cx="336960" cy="32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5C96156-5A1B-FD5B-6664-F212E9EAE9C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284737" y="4549484"/>
                  <a:ext cx="361453" cy="568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4C063DA-61EF-A891-F134-12DE96F71818}"/>
                    </a:ext>
                  </a:extLst>
                </p14:cNvPr>
                <p14:cNvContentPartPr/>
                <p14:nvPr/>
              </p14:nvContentPartPr>
              <p14:xfrm>
                <a:off x="2515627" y="4509290"/>
                <a:ext cx="146520" cy="156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4C063DA-61EF-A891-F134-12DE96F7181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503252" y="4496901"/>
                  <a:ext cx="171023" cy="181131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A86B532-6A45-EB2B-43F4-A0789C6648C9}"/>
              </a:ext>
            </a:extLst>
          </p:cNvPr>
          <p:cNvGrpSpPr/>
          <p:nvPr/>
        </p:nvGrpSpPr>
        <p:grpSpPr>
          <a:xfrm>
            <a:off x="4353427" y="1929170"/>
            <a:ext cx="500400" cy="212040"/>
            <a:chOff x="4353427" y="1929170"/>
            <a:chExt cx="500400" cy="21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71CB3E0-F472-AE9A-D136-F36419A50DC1}"/>
                    </a:ext>
                  </a:extLst>
                </p14:cNvPr>
                <p14:cNvContentPartPr/>
                <p14:nvPr/>
              </p14:nvContentPartPr>
              <p14:xfrm>
                <a:off x="4353427" y="2033210"/>
                <a:ext cx="466560" cy="36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71CB3E0-F472-AE9A-D136-F36419A50DC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335427" y="2015570"/>
                  <a:ext cx="5022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C7DA30B-167D-EA7B-7DC5-4D58F5C74552}"/>
                    </a:ext>
                  </a:extLst>
                </p14:cNvPr>
                <p14:cNvContentPartPr/>
                <p14:nvPr/>
              </p14:nvContentPartPr>
              <p14:xfrm>
                <a:off x="4742227" y="1929170"/>
                <a:ext cx="111600" cy="212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C7DA30B-167D-EA7B-7DC5-4D58F5C7455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724587" y="1911530"/>
                  <a:ext cx="147240" cy="24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3E6A770-4B16-5542-3255-E6B0CBC93F98}"/>
              </a:ext>
            </a:extLst>
          </p:cNvPr>
          <p:cNvGrpSpPr/>
          <p:nvPr/>
        </p:nvGrpSpPr>
        <p:grpSpPr>
          <a:xfrm>
            <a:off x="1676827" y="1181810"/>
            <a:ext cx="3439800" cy="397440"/>
            <a:chOff x="1676827" y="1181810"/>
            <a:chExt cx="3439800" cy="39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DA118BF-1CC6-7FA7-BD0A-6B57CC5D49A0}"/>
                    </a:ext>
                  </a:extLst>
                </p14:cNvPr>
                <p14:cNvContentPartPr/>
                <p14:nvPr/>
              </p14:nvContentPartPr>
              <p14:xfrm>
                <a:off x="1814347" y="1181810"/>
                <a:ext cx="3302280" cy="3974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DA118BF-1CC6-7FA7-BD0A-6B57CC5D49A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796347" y="1163810"/>
                  <a:ext cx="333792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1D04E5C-07FF-147D-CF19-20D506522DE4}"/>
                    </a:ext>
                  </a:extLst>
                </p14:cNvPr>
                <p14:cNvContentPartPr/>
                <p14:nvPr/>
              </p14:nvContentPartPr>
              <p14:xfrm>
                <a:off x="1676827" y="1271090"/>
                <a:ext cx="344520" cy="2487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1D04E5C-07FF-147D-CF19-20D506522DE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658827" y="1253090"/>
                  <a:ext cx="380160" cy="28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9F283B3-1356-E7BF-9A48-B4AF45E046F6}"/>
              </a:ext>
            </a:extLst>
          </p:cNvPr>
          <p:cNvGrpSpPr/>
          <p:nvPr/>
        </p:nvGrpSpPr>
        <p:grpSpPr>
          <a:xfrm>
            <a:off x="1534267" y="2413010"/>
            <a:ext cx="1076040" cy="727200"/>
            <a:chOff x="1534267" y="2413010"/>
            <a:chExt cx="1076040" cy="72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5A3DE86-1090-6112-CF95-4C5D550D56BF}"/>
                    </a:ext>
                  </a:extLst>
                </p14:cNvPr>
                <p14:cNvContentPartPr/>
                <p14:nvPr/>
              </p14:nvContentPartPr>
              <p14:xfrm>
                <a:off x="1534267" y="2413010"/>
                <a:ext cx="1024920" cy="6667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5A3DE86-1090-6112-CF95-4C5D550D56B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516267" y="2395010"/>
                  <a:ext cx="1060560" cy="70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4353A62-801F-5EDC-112F-D364C4056F0C}"/>
                    </a:ext>
                  </a:extLst>
                </p14:cNvPr>
                <p14:cNvContentPartPr/>
                <p14:nvPr/>
              </p14:nvContentPartPr>
              <p14:xfrm>
                <a:off x="2377387" y="2802530"/>
                <a:ext cx="232920" cy="337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4353A62-801F-5EDC-112F-D364C4056F0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59387" y="2784890"/>
                  <a:ext cx="268560" cy="37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B12D7D6-053C-5680-7EEF-11FCF9552DFE}"/>
              </a:ext>
            </a:extLst>
          </p:cNvPr>
          <p:cNvGrpSpPr/>
          <p:nvPr/>
        </p:nvGrpSpPr>
        <p:grpSpPr>
          <a:xfrm>
            <a:off x="4353427" y="3371690"/>
            <a:ext cx="429120" cy="152280"/>
            <a:chOff x="4353427" y="3371690"/>
            <a:chExt cx="429120" cy="15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2561888-C394-49C3-D788-45112C9F312B}"/>
                    </a:ext>
                  </a:extLst>
                </p14:cNvPr>
                <p14:cNvContentPartPr/>
                <p14:nvPr/>
              </p14:nvContentPartPr>
              <p14:xfrm>
                <a:off x="4353427" y="3413810"/>
                <a:ext cx="357480" cy="110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2561888-C394-49C3-D788-45112C9F312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335427" y="3395810"/>
                  <a:ext cx="3931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2CFF458-9EEE-6C07-304C-49A84C7D8766}"/>
                    </a:ext>
                  </a:extLst>
                </p14:cNvPr>
                <p14:cNvContentPartPr/>
                <p14:nvPr/>
              </p14:nvContentPartPr>
              <p14:xfrm>
                <a:off x="4638547" y="3371690"/>
                <a:ext cx="144000" cy="108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2CFF458-9EEE-6C07-304C-49A84C7D876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620907" y="3354050"/>
                  <a:ext cx="179640" cy="14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2FE5A9C-B3D6-3D0E-158E-66320D512AA7}"/>
              </a:ext>
            </a:extLst>
          </p:cNvPr>
          <p:cNvGrpSpPr/>
          <p:nvPr/>
        </p:nvGrpSpPr>
        <p:grpSpPr>
          <a:xfrm>
            <a:off x="6418387" y="3375290"/>
            <a:ext cx="673200" cy="202320"/>
            <a:chOff x="6418387" y="3375290"/>
            <a:chExt cx="673200" cy="20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5561328-92FA-60C3-7E81-66F8AB039222}"/>
                    </a:ext>
                  </a:extLst>
                </p14:cNvPr>
                <p14:cNvContentPartPr/>
                <p14:nvPr/>
              </p14:nvContentPartPr>
              <p14:xfrm>
                <a:off x="6418387" y="3491570"/>
                <a:ext cx="624960" cy="10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5561328-92FA-60C3-7E81-66F8AB03922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400747" y="3473930"/>
                  <a:ext cx="6606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60BAE7E-478B-8482-4095-7D9A0741D938}"/>
                    </a:ext>
                  </a:extLst>
                </p14:cNvPr>
                <p14:cNvContentPartPr/>
                <p14:nvPr/>
              </p14:nvContentPartPr>
              <p14:xfrm>
                <a:off x="6869827" y="3375290"/>
                <a:ext cx="221760" cy="2023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60BAE7E-478B-8482-4095-7D9A0741D93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852187" y="3357290"/>
                  <a:ext cx="257400" cy="23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6AE0A29-B4D9-148C-27D3-FA39E2535527}"/>
              </a:ext>
            </a:extLst>
          </p:cNvPr>
          <p:cNvGrpSpPr/>
          <p:nvPr/>
        </p:nvGrpSpPr>
        <p:grpSpPr>
          <a:xfrm>
            <a:off x="8506027" y="3273770"/>
            <a:ext cx="466560" cy="187560"/>
            <a:chOff x="8506027" y="3273770"/>
            <a:chExt cx="466560" cy="18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9A5AAF8-215C-8165-F0AE-6CE52CECAAA4}"/>
                    </a:ext>
                  </a:extLst>
                </p14:cNvPr>
                <p14:cNvContentPartPr/>
                <p14:nvPr/>
              </p14:nvContentPartPr>
              <p14:xfrm>
                <a:off x="8506027" y="3371330"/>
                <a:ext cx="408240" cy="72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9A5AAF8-215C-8165-F0AE-6CE52CECAAA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488027" y="3353690"/>
                  <a:ext cx="4438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A02B474-EE07-DB9D-1AF0-FD74FA330EB5}"/>
                    </a:ext>
                  </a:extLst>
                </p14:cNvPr>
                <p14:cNvContentPartPr/>
                <p14:nvPr/>
              </p14:nvContentPartPr>
              <p14:xfrm>
                <a:off x="8813827" y="3273770"/>
                <a:ext cx="158760" cy="1875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A02B474-EE07-DB9D-1AF0-FD74FA330EB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795827" y="3256130"/>
                  <a:ext cx="194400" cy="22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BAAA6BC-3092-CE8D-F660-B0FBBE897268}"/>
              </a:ext>
            </a:extLst>
          </p:cNvPr>
          <p:cNvGrpSpPr/>
          <p:nvPr/>
        </p:nvGrpSpPr>
        <p:grpSpPr>
          <a:xfrm>
            <a:off x="7453387" y="3737810"/>
            <a:ext cx="243000" cy="685080"/>
            <a:chOff x="7453387" y="3737810"/>
            <a:chExt cx="243000" cy="68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8F280F2-58EE-0EA1-C57D-46AA62060A45}"/>
                    </a:ext>
                  </a:extLst>
                </p14:cNvPr>
                <p14:cNvContentPartPr/>
                <p14:nvPr/>
              </p14:nvContentPartPr>
              <p14:xfrm>
                <a:off x="7579747" y="3737810"/>
                <a:ext cx="61920" cy="5817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8F280F2-58EE-0EA1-C57D-46AA62060A4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561747" y="3719810"/>
                  <a:ext cx="97560" cy="61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3371BA3-B6B0-5260-0257-7B5E13FE3035}"/>
                    </a:ext>
                  </a:extLst>
                </p14:cNvPr>
                <p14:cNvContentPartPr/>
                <p14:nvPr/>
              </p14:nvContentPartPr>
              <p14:xfrm>
                <a:off x="7453387" y="4232810"/>
                <a:ext cx="243000" cy="1900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3371BA3-B6B0-5260-0257-7B5E13FE303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435387" y="4215170"/>
                  <a:ext cx="278640" cy="22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C2D141A0-A7ED-5193-363A-CE0F5FA789C4}"/>
              </a:ext>
            </a:extLst>
          </p:cNvPr>
          <p:cNvGrpSpPr/>
          <p:nvPr/>
        </p:nvGrpSpPr>
        <p:grpSpPr>
          <a:xfrm>
            <a:off x="7609267" y="5031290"/>
            <a:ext cx="161280" cy="695160"/>
            <a:chOff x="7609267" y="5031290"/>
            <a:chExt cx="161280" cy="69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FD90EE8-CD0F-867C-5BE9-ECC417B1842B}"/>
                    </a:ext>
                  </a:extLst>
                </p14:cNvPr>
                <p14:cNvContentPartPr/>
                <p14:nvPr/>
              </p14:nvContentPartPr>
              <p14:xfrm>
                <a:off x="7667227" y="5031290"/>
                <a:ext cx="19080" cy="606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FD90EE8-CD0F-867C-5BE9-ECC417B1842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649587" y="5013290"/>
                  <a:ext cx="54720" cy="64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3750712-4948-1520-7614-837E4AD12EE9}"/>
                    </a:ext>
                  </a:extLst>
                </p14:cNvPr>
                <p14:cNvContentPartPr/>
                <p14:nvPr/>
              </p14:nvContentPartPr>
              <p14:xfrm>
                <a:off x="7609267" y="5544290"/>
                <a:ext cx="161280" cy="182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3750712-4948-1520-7614-837E4AD12EE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591627" y="5526290"/>
                  <a:ext cx="196920" cy="21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96225E0-7B91-9D06-A0C6-7E9D4584D10D}"/>
              </a:ext>
            </a:extLst>
          </p:cNvPr>
          <p:cNvGrpSpPr/>
          <p:nvPr/>
        </p:nvGrpSpPr>
        <p:grpSpPr>
          <a:xfrm>
            <a:off x="8568307" y="6025610"/>
            <a:ext cx="758520" cy="210240"/>
            <a:chOff x="8568307" y="6025610"/>
            <a:chExt cx="758520" cy="21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0C1F757-5859-587B-76CD-809C40532D89}"/>
                    </a:ext>
                  </a:extLst>
                </p14:cNvPr>
                <p14:cNvContentPartPr/>
                <p14:nvPr/>
              </p14:nvContentPartPr>
              <p14:xfrm>
                <a:off x="8568307" y="6048290"/>
                <a:ext cx="713160" cy="103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0C1F757-5859-587B-76CD-809C40532D8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550667" y="6030290"/>
                  <a:ext cx="7488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343D8A1-F2F1-BA2A-D4C4-BD939C9CFD14}"/>
                    </a:ext>
                  </a:extLst>
                </p14:cNvPr>
                <p14:cNvContentPartPr/>
                <p14:nvPr/>
              </p14:nvContentPartPr>
              <p14:xfrm>
                <a:off x="9183907" y="6025610"/>
                <a:ext cx="142920" cy="210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343D8A1-F2F1-BA2A-D4C4-BD939C9CFD1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165907" y="6007970"/>
                  <a:ext cx="178560" cy="24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A646F85-E1A9-4D68-7D75-F6B14787E6C4}"/>
              </a:ext>
            </a:extLst>
          </p:cNvPr>
          <p:cNvGrpSpPr/>
          <p:nvPr/>
        </p:nvGrpSpPr>
        <p:grpSpPr>
          <a:xfrm>
            <a:off x="9830827" y="5026250"/>
            <a:ext cx="308160" cy="603000"/>
            <a:chOff x="9830827" y="5026250"/>
            <a:chExt cx="308160" cy="60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EB838BD-BD36-D803-5983-8205B01CED3A}"/>
                    </a:ext>
                  </a:extLst>
                </p14:cNvPr>
                <p14:cNvContentPartPr/>
                <p14:nvPr/>
              </p14:nvContentPartPr>
              <p14:xfrm>
                <a:off x="9901747" y="5044610"/>
                <a:ext cx="98640" cy="5846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EB838BD-BD36-D803-5983-8205B01CED3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883747" y="5026970"/>
                  <a:ext cx="134280" cy="62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45B270E-0F1C-34FD-69AA-C5AD7C09CF73}"/>
                    </a:ext>
                  </a:extLst>
                </p14:cNvPr>
                <p14:cNvContentPartPr/>
                <p14:nvPr/>
              </p14:nvContentPartPr>
              <p14:xfrm>
                <a:off x="9830827" y="5026250"/>
                <a:ext cx="308160" cy="179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45B270E-0F1C-34FD-69AA-C5AD7C09CF7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812827" y="5008610"/>
                  <a:ext cx="343800" cy="215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75180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13000-6572-5411-470E-FEFBEC9E9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7B6232-4242-D042-6A03-5003300D3818}"/>
              </a:ext>
            </a:extLst>
          </p:cNvPr>
          <p:cNvSpPr txBox="1"/>
          <p:nvPr/>
        </p:nvSpPr>
        <p:spPr>
          <a:xfrm>
            <a:off x="434659" y="241478"/>
            <a:ext cx="4150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3600" dirty="0" err="1"/>
              <a:t>Simulating</a:t>
            </a:r>
            <a:r>
              <a:rPr lang="sv-SE" sz="3600" dirty="0"/>
              <a:t> data</a:t>
            </a:r>
            <a:endParaRPr lang="en-US" sz="20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71054F5-A0D5-E4AF-C4A2-32567A56FD45}"/>
              </a:ext>
            </a:extLst>
          </p:cNvPr>
          <p:cNvSpPr/>
          <p:nvPr/>
        </p:nvSpPr>
        <p:spPr>
          <a:xfrm>
            <a:off x="434659" y="1494263"/>
            <a:ext cx="1882325" cy="10080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Design experiment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B6FCC2A-D471-F0C9-F7ED-02C68A4257F1}"/>
              </a:ext>
            </a:extLst>
          </p:cNvPr>
          <p:cNvSpPr/>
          <p:nvPr/>
        </p:nvSpPr>
        <p:spPr>
          <a:xfrm>
            <a:off x="2554135" y="1494263"/>
            <a:ext cx="1882325" cy="10080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/>
              <a:t>Collect</a:t>
            </a:r>
            <a:r>
              <a:rPr lang="sv-SE" dirty="0"/>
              <a:t> data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122998-2ADE-CFCF-38ED-3020699EFF10}"/>
              </a:ext>
            </a:extLst>
          </p:cNvPr>
          <p:cNvSpPr/>
          <p:nvPr/>
        </p:nvSpPr>
        <p:spPr>
          <a:xfrm>
            <a:off x="4673611" y="1494263"/>
            <a:ext cx="1882325" cy="10080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/>
              <a:t>Wait</a:t>
            </a:r>
            <a:r>
              <a:rPr lang="sv-SE" dirty="0"/>
              <a:t> </a:t>
            </a:r>
            <a:r>
              <a:rPr lang="sv-SE" dirty="0" err="1"/>
              <a:t>what</a:t>
            </a:r>
            <a:r>
              <a:rPr lang="sv-SE" dirty="0"/>
              <a:t>?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8AE74B7-1BB3-6BFF-7F21-EC1B29C0867B}"/>
              </a:ext>
            </a:extLst>
          </p:cNvPr>
          <p:cNvSpPr/>
          <p:nvPr/>
        </p:nvSpPr>
        <p:spPr>
          <a:xfrm>
            <a:off x="2554134" y="2859915"/>
            <a:ext cx="1882325" cy="10080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/>
              <a:t>Actually</a:t>
            </a:r>
            <a:r>
              <a:rPr lang="sv-SE" dirty="0"/>
              <a:t> </a:t>
            </a:r>
            <a:r>
              <a:rPr lang="sv-SE" dirty="0" err="1"/>
              <a:t>collect</a:t>
            </a:r>
            <a:r>
              <a:rPr lang="sv-SE" dirty="0"/>
              <a:t> data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D554C63-18BB-7D65-59CA-766114BB56F2}"/>
              </a:ext>
            </a:extLst>
          </p:cNvPr>
          <p:cNvSpPr/>
          <p:nvPr/>
        </p:nvSpPr>
        <p:spPr>
          <a:xfrm>
            <a:off x="4673610" y="2859915"/>
            <a:ext cx="1882325" cy="10080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/>
              <a:t>Add</a:t>
            </a:r>
            <a:r>
              <a:rPr lang="sv-SE" dirty="0"/>
              <a:t> experiment or </a:t>
            </a:r>
            <a:r>
              <a:rPr lang="sv-SE" dirty="0" err="1"/>
              <a:t>group</a:t>
            </a:r>
            <a:endParaRPr lang="sv-SE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ECFC063-7027-5288-06DA-EAE1110B1F13}"/>
              </a:ext>
            </a:extLst>
          </p:cNvPr>
          <p:cNvSpPr/>
          <p:nvPr/>
        </p:nvSpPr>
        <p:spPr>
          <a:xfrm>
            <a:off x="6793086" y="2859915"/>
            <a:ext cx="1882325" cy="10080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/>
              <a:t>Now</a:t>
            </a:r>
            <a:r>
              <a:rPr lang="sv-SE" dirty="0"/>
              <a:t>! </a:t>
            </a:r>
            <a:r>
              <a:rPr lang="sv-SE" dirty="0" err="1"/>
              <a:t>This</a:t>
            </a:r>
            <a:r>
              <a:rPr lang="sv-SE" dirty="0"/>
              <a:t> is data!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72AB063-6878-43D7-50EC-817DF67A817D}"/>
              </a:ext>
            </a:extLst>
          </p:cNvPr>
          <p:cNvSpPr/>
          <p:nvPr/>
        </p:nvSpPr>
        <p:spPr>
          <a:xfrm>
            <a:off x="6793085" y="5519851"/>
            <a:ext cx="1882325" cy="10080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/>
              <a:t>Write</a:t>
            </a:r>
            <a:r>
              <a:rPr lang="sv-SE" dirty="0"/>
              <a:t> </a:t>
            </a:r>
            <a:r>
              <a:rPr lang="sv-SE" dirty="0" err="1"/>
              <a:t>manuscript</a:t>
            </a:r>
            <a:endParaRPr lang="sv-SE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BAE5DCE-B70A-46AB-B64D-B6B1B7B85AFC}"/>
              </a:ext>
            </a:extLst>
          </p:cNvPr>
          <p:cNvSpPr/>
          <p:nvPr/>
        </p:nvSpPr>
        <p:spPr>
          <a:xfrm>
            <a:off x="8912561" y="5519851"/>
            <a:ext cx="1882325" cy="10080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Re-</a:t>
            </a:r>
            <a:r>
              <a:rPr lang="sv-SE" dirty="0" err="1"/>
              <a:t>analyze</a:t>
            </a:r>
            <a:endParaRPr lang="sv-SE" dirty="0"/>
          </a:p>
          <a:p>
            <a:pPr algn="ctr"/>
            <a:r>
              <a:rPr lang="sv-SE" dirty="0"/>
              <a:t>data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D58F548-5F43-936D-5FB0-A60A532A4AB1}"/>
              </a:ext>
            </a:extLst>
          </p:cNvPr>
          <p:cNvSpPr/>
          <p:nvPr/>
        </p:nvSpPr>
        <p:spPr>
          <a:xfrm>
            <a:off x="9572714" y="4189883"/>
            <a:ext cx="1882325" cy="10080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SUBMIT PAPER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06C6FF8-D0F9-5288-24BA-C325ACE6FFA8}"/>
              </a:ext>
            </a:extLst>
          </p:cNvPr>
          <p:cNvSpPr/>
          <p:nvPr/>
        </p:nvSpPr>
        <p:spPr>
          <a:xfrm>
            <a:off x="8912562" y="2859915"/>
            <a:ext cx="1882325" cy="1008070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Poster presentation in Berlin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76DFAE4-5DEE-005E-3818-E11A3F719D62}"/>
              </a:ext>
            </a:extLst>
          </p:cNvPr>
          <p:cNvSpPr/>
          <p:nvPr/>
        </p:nvSpPr>
        <p:spPr>
          <a:xfrm>
            <a:off x="434658" y="2859915"/>
            <a:ext cx="1882325" cy="10080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/>
              <a:t>Simulate</a:t>
            </a:r>
            <a:r>
              <a:rPr lang="sv-SE" dirty="0"/>
              <a:t> data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46B23FA-6707-BA6D-FE24-9EDCB1717E99}"/>
              </a:ext>
            </a:extLst>
          </p:cNvPr>
          <p:cNvSpPr/>
          <p:nvPr/>
        </p:nvSpPr>
        <p:spPr>
          <a:xfrm>
            <a:off x="434657" y="4225567"/>
            <a:ext cx="1882325" cy="10080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/>
              <a:t>Write</a:t>
            </a:r>
            <a:r>
              <a:rPr lang="sv-SE" dirty="0"/>
              <a:t> </a:t>
            </a:r>
            <a:r>
              <a:rPr lang="sv-SE" dirty="0" err="1"/>
              <a:t>analysis</a:t>
            </a:r>
            <a:r>
              <a:rPr lang="sv-SE" dirty="0"/>
              <a:t> pipeline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929B428-DF2E-90D0-1CB6-8782ABFBA9E8}"/>
              </a:ext>
            </a:extLst>
          </p:cNvPr>
          <p:cNvGrpSpPr/>
          <p:nvPr/>
        </p:nvGrpSpPr>
        <p:grpSpPr>
          <a:xfrm>
            <a:off x="1137187" y="2422010"/>
            <a:ext cx="333360" cy="679320"/>
            <a:chOff x="1137187" y="2422010"/>
            <a:chExt cx="333360" cy="67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C445667-315C-5FEB-3CC6-D1368174C422}"/>
                    </a:ext>
                  </a:extLst>
                </p14:cNvPr>
                <p14:cNvContentPartPr/>
                <p14:nvPr/>
              </p14:nvContentPartPr>
              <p14:xfrm>
                <a:off x="1253107" y="2422010"/>
                <a:ext cx="22680" cy="555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C445667-315C-5FEB-3CC6-D1368174C42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235467" y="2404010"/>
                  <a:ext cx="5832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89B5628-720D-97F8-1C1F-C07A12568340}"/>
                    </a:ext>
                  </a:extLst>
                </p14:cNvPr>
                <p14:cNvContentPartPr/>
                <p14:nvPr/>
              </p14:nvContentPartPr>
              <p14:xfrm>
                <a:off x="1137187" y="2885690"/>
                <a:ext cx="333360" cy="215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89B5628-720D-97F8-1C1F-C07A1256834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19547" y="2868050"/>
                  <a:ext cx="369000" cy="25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B99547A-E314-7B4A-7F78-6FE281A50869}"/>
              </a:ext>
            </a:extLst>
          </p:cNvPr>
          <p:cNvGrpSpPr/>
          <p:nvPr/>
        </p:nvGrpSpPr>
        <p:grpSpPr>
          <a:xfrm>
            <a:off x="1168507" y="3768770"/>
            <a:ext cx="260280" cy="656280"/>
            <a:chOff x="1168507" y="3768770"/>
            <a:chExt cx="260280" cy="65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33A0FF5-C261-8D4C-12EF-4A11866013A9}"/>
                    </a:ext>
                  </a:extLst>
                </p14:cNvPr>
                <p14:cNvContentPartPr/>
                <p14:nvPr/>
              </p14:nvContentPartPr>
              <p14:xfrm>
                <a:off x="1275427" y="3768770"/>
                <a:ext cx="3960" cy="576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33A0FF5-C261-8D4C-12EF-4A11866013A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57787" y="3751130"/>
                  <a:ext cx="39600" cy="61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B86BD4D-6A41-3CE5-C35D-80C0C046E465}"/>
                    </a:ext>
                  </a:extLst>
                </p14:cNvPr>
                <p14:cNvContentPartPr/>
                <p14:nvPr/>
              </p14:nvContentPartPr>
              <p14:xfrm>
                <a:off x="1168507" y="4273850"/>
                <a:ext cx="260280" cy="1512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B86BD4D-6A41-3CE5-C35D-80C0C046E46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50507" y="4256210"/>
                  <a:ext cx="29592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71FA47B-15D8-4B10-BC42-38D6FF94A758}"/>
              </a:ext>
            </a:extLst>
          </p:cNvPr>
          <p:cNvGrpSpPr/>
          <p:nvPr/>
        </p:nvGrpSpPr>
        <p:grpSpPr>
          <a:xfrm>
            <a:off x="2189827" y="2011610"/>
            <a:ext cx="8088480" cy="4003200"/>
            <a:chOff x="2189827" y="2011610"/>
            <a:chExt cx="8088480" cy="400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3610351-A149-4DA4-C34A-B4420D5C8365}"/>
                    </a:ext>
                  </a:extLst>
                </p14:cNvPr>
                <p14:cNvContentPartPr/>
                <p14:nvPr/>
              </p14:nvContentPartPr>
              <p14:xfrm>
                <a:off x="2189827" y="2011610"/>
                <a:ext cx="8088480" cy="40032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3610351-A149-4DA4-C34A-B4420D5C836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161387" y="1983170"/>
                  <a:ext cx="8145360" cy="40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84B7332-0075-203E-9FDB-7C55E10A916F}"/>
                    </a:ext>
                  </a:extLst>
                </p14:cNvPr>
                <p14:cNvContentPartPr/>
                <p14:nvPr/>
              </p14:nvContentPartPr>
              <p14:xfrm>
                <a:off x="9795187" y="4692170"/>
                <a:ext cx="277920" cy="178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84B7332-0075-203E-9FDB-7C55E10A916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766747" y="4663730"/>
                  <a:ext cx="334800" cy="235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05EDA400-EF0C-3975-CABD-C9A63D24C08D}"/>
              </a:ext>
            </a:extLst>
          </p:cNvPr>
          <p:cNvSpPr/>
          <p:nvPr/>
        </p:nvSpPr>
        <p:spPr>
          <a:xfrm>
            <a:off x="2381900" y="1266779"/>
            <a:ext cx="9375441" cy="539719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18799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1" grpId="0" animBg="1"/>
      <p:bldP spid="13" grpId="0" animBg="1"/>
      <p:bldP spid="15" grpId="0" animBg="1"/>
      <p:bldP spid="17" grpId="0" animBg="1"/>
      <p:bldP spid="23" grpId="0" animBg="1"/>
      <p:bldP spid="25" grpId="0" animBg="1"/>
      <p:bldP spid="27" grpId="0" animBg="1"/>
      <p:bldP spid="28" grpId="0" animBg="1"/>
      <p:bldP spid="30" grpId="0" animBg="1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AC8F3-CC75-0562-1244-EBBC55E36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CF000A-C64A-11FA-F551-17C401C258A0}"/>
              </a:ext>
            </a:extLst>
          </p:cNvPr>
          <p:cNvSpPr txBox="1"/>
          <p:nvPr/>
        </p:nvSpPr>
        <p:spPr>
          <a:xfrm>
            <a:off x="434659" y="241478"/>
            <a:ext cx="113108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3600" dirty="0" err="1"/>
              <a:t>Dataset</a:t>
            </a:r>
            <a:r>
              <a:rPr lang="sv-SE" sz="3600" dirty="0"/>
              <a:t> 1</a:t>
            </a:r>
          </a:p>
          <a:p>
            <a:r>
              <a:rPr lang="sv-SE" sz="2000" dirty="0"/>
              <a:t>Survey </a:t>
            </a:r>
            <a:r>
              <a:rPr lang="sv-SE" sz="2000" dirty="0" err="1"/>
              <a:t>of</a:t>
            </a:r>
            <a:r>
              <a:rPr lang="sv-SE" sz="2000" dirty="0"/>
              <a:t> </a:t>
            </a:r>
            <a:r>
              <a:rPr lang="en-US" sz="2000" dirty="0"/>
              <a:t>staff and students energy-levels and general well-being.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3D5994-90A5-2A02-A636-156221E991C4}"/>
              </a:ext>
            </a:extLst>
          </p:cNvPr>
          <p:cNvSpPr txBox="1"/>
          <p:nvPr/>
        </p:nvSpPr>
        <p:spPr>
          <a:xfrm>
            <a:off x="434659" y="3311792"/>
            <a:ext cx="655213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000" dirty="0"/>
              <a:t>To-dos:</a:t>
            </a:r>
            <a:endParaRPr lang="en-US" sz="2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000" dirty="0"/>
              <a:t>Clean up data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000" dirty="0"/>
              <a:t>Calculate questionnaire scores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000" dirty="0"/>
              <a:t>Look for something to report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dirty="0"/>
              <a:t>For example:</a:t>
            </a:r>
          </a:p>
          <a:p>
            <a:r>
              <a:rPr lang="en-US" sz="2000" dirty="0"/>
              <a:t>Are teachers or students happier?</a:t>
            </a:r>
          </a:p>
          <a:p>
            <a:r>
              <a:rPr lang="en-US" sz="2000" dirty="0"/>
              <a:t>Do men or women sleep better?</a:t>
            </a:r>
          </a:p>
          <a:p>
            <a:r>
              <a:rPr lang="en-US" sz="2000" dirty="0"/>
              <a:t>Is there a relationship between sleep and well-being?</a:t>
            </a:r>
            <a:endParaRPr lang="sv-SE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D3B3FD-2277-492C-1283-FCF8FA963763}"/>
              </a:ext>
            </a:extLst>
          </p:cNvPr>
          <p:cNvSpPr txBox="1"/>
          <p:nvPr/>
        </p:nvSpPr>
        <p:spPr>
          <a:xfrm>
            <a:off x="434659" y="1489535"/>
            <a:ext cx="748716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Items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Sex, age, position, screen time, sleep,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WHO-5: The World Health Organization-Five Well-Being Index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PHQ-4: Patient Health Questionnaire for Depression and Anxiety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E858BE-1C2C-E449-5501-A2A70B73B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8158" y="830818"/>
            <a:ext cx="4057554" cy="496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620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E2FA0-11F4-B3D6-B01C-A0ECBE486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89468D-4EE5-FDF2-C5C6-38A5FDE3077E}"/>
              </a:ext>
            </a:extLst>
          </p:cNvPr>
          <p:cNvSpPr txBox="1"/>
          <p:nvPr/>
        </p:nvSpPr>
        <p:spPr>
          <a:xfrm>
            <a:off x="5048918" y="3059668"/>
            <a:ext cx="2094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SUMMARY REPORT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B40349-4ADC-FA46-A899-42F70D975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205" y="126332"/>
            <a:ext cx="5815590" cy="6731668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887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C77F9-CCE3-8DA9-F180-2A5D8585A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EG Cap -- NeXus | Q32 – Mind Media Group">
            <a:extLst>
              <a:ext uri="{FF2B5EF4-FFF2-40B4-BE49-F238E27FC236}">
                <a16:creationId xmlns:a16="http://schemas.microsoft.com/office/drawing/2014/main" id="{E74B3CDA-C4C0-C981-1DED-40DB3F705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852" y="620085"/>
            <a:ext cx="5215425" cy="52154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233FF6-3812-4A96-BE60-1338FB58110F}"/>
              </a:ext>
            </a:extLst>
          </p:cNvPr>
          <p:cNvSpPr txBox="1"/>
          <p:nvPr/>
        </p:nvSpPr>
        <p:spPr>
          <a:xfrm>
            <a:off x="434659" y="250399"/>
            <a:ext cx="63319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3600" dirty="0" err="1"/>
              <a:t>Dataset</a:t>
            </a:r>
            <a:r>
              <a:rPr lang="sv-SE" sz="3600" dirty="0"/>
              <a:t> 2</a:t>
            </a:r>
          </a:p>
          <a:p>
            <a:r>
              <a:rPr lang="sv-SE" sz="2000" dirty="0"/>
              <a:t>EEG </a:t>
            </a:r>
            <a:r>
              <a:rPr lang="sv-SE" sz="2000" dirty="0" err="1"/>
              <a:t>during</a:t>
            </a:r>
            <a:r>
              <a:rPr lang="sv-SE" sz="2000" dirty="0"/>
              <a:t> n-back task pre and post </a:t>
            </a:r>
            <a:r>
              <a:rPr lang="sv-SE" sz="2000" dirty="0" err="1"/>
              <a:t>training</a:t>
            </a:r>
            <a:r>
              <a:rPr lang="sv-SE" sz="2000" dirty="0"/>
              <a:t>.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0C35AC-B04D-AAFC-C37B-0186C526DB47}"/>
              </a:ext>
            </a:extLst>
          </p:cNvPr>
          <p:cNvSpPr txBox="1"/>
          <p:nvPr/>
        </p:nvSpPr>
        <p:spPr>
          <a:xfrm>
            <a:off x="434659" y="1490008"/>
            <a:ext cx="639465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Items:</a:t>
            </a:r>
          </a:p>
          <a:p>
            <a:pPr>
              <a:buNone/>
            </a:pPr>
            <a:r>
              <a:rPr lang="en-US" sz="2000" b="1" dirty="0"/>
              <a:t>dataset-2-key.xlsx</a:t>
            </a:r>
          </a:p>
          <a:p>
            <a:r>
              <a:rPr lang="en-US" sz="2000" b="1" dirty="0"/>
              <a:t>group_data.csv</a:t>
            </a:r>
            <a:r>
              <a:rPr lang="en-US" sz="2000" dirty="0"/>
              <a:t> – ID, sex, age, training days completed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dirty="0"/>
              <a:t>sub-01_ses-01_task-nback_behav.csv</a:t>
            </a:r>
          </a:p>
          <a:p>
            <a:r>
              <a:rPr lang="en-US" sz="2000" b="1" dirty="0"/>
              <a:t>sub-01_ses-01_task-nback_eeg.csv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7A22C7-C724-1908-2FAB-E41B4FE314FC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4400" dirty="0"/>
              <a:t>n-back = 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EE5C00F-D68C-D8DB-6881-15F4A6D8EE3B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44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73F7B4F-4517-6FA0-92A2-553C4FF4F990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4400" dirty="0"/>
              <a:t>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E11EA83-C40F-BB0B-2CC0-3697A400A231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44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539B013-C804-2D56-7003-6136B923B6FB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4400" dirty="0"/>
              <a:t>5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7B31136-88D1-6DBA-199C-1BC30C462520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44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CC94593-3C21-D991-75A2-7DA2E12B28D4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4400" dirty="0"/>
              <a:t>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8A40924-2AE2-E6A8-FEE2-C3DE0DF212FD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44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6A6D303-F9B5-3B9E-C22A-06C655362A6F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4400" dirty="0"/>
              <a:t>6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A0B951B-A277-E8EE-43A9-E54B8FF426ED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44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F1D5DAE-EBFC-07AD-3838-D2B64E0C77F0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4400" dirty="0"/>
              <a:t>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A201D69-CC34-83DF-D1F0-760AFD5CA6FB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44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9EC9498-253A-5994-359C-80CA11501C2F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4400" dirty="0"/>
              <a:t>8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B52F675-E24A-CCB2-8FE4-76E8351CB105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4400" dirty="0"/>
          </a:p>
        </p:txBody>
      </p:sp>
    </p:spTree>
    <p:extLst>
      <p:ext uri="{BB962C8B-B14F-4D97-AF65-F5344CB8AC3E}">
        <p14:creationId xmlns:p14="http://schemas.microsoft.com/office/powerpoint/2010/main" val="3875097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75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75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25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25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9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1EC63-B794-7435-8E37-ADB23DED3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EG Cap -- NeXus | Q32 – Mind Media Group">
            <a:extLst>
              <a:ext uri="{FF2B5EF4-FFF2-40B4-BE49-F238E27FC236}">
                <a16:creationId xmlns:a16="http://schemas.microsoft.com/office/drawing/2014/main" id="{D53E4ECB-2CDD-CBC9-A38E-AEAEC38FD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852" y="620085"/>
            <a:ext cx="5215425" cy="52154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ED7F21-B6E5-E3DD-5852-5F2E7183221C}"/>
              </a:ext>
            </a:extLst>
          </p:cNvPr>
          <p:cNvSpPr txBox="1"/>
          <p:nvPr/>
        </p:nvSpPr>
        <p:spPr>
          <a:xfrm>
            <a:off x="434659" y="241478"/>
            <a:ext cx="63319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3600" dirty="0" err="1"/>
              <a:t>Dataset</a:t>
            </a:r>
            <a:r>
              <a:rPr lang="sv-SE" sz="3600" dirty="0"/>
              <a:t> 2</a:t>
            </a:r>
          </a:p>
          <a:p>
            <a:r>
              <a:rPr lang="sv-SE" sz="2000" dirty="0"/>
              <a:t>EEG </a:t>
            </a:r>
            <a:r>
              <a:rPr lang="sv-SE" sz="2000" dirty="0" err="1"/>
              <a:t>during</a:t>
            </a:r>
            <a:r>
              <a:rPr lang="sv-SE" sz="2000" dirty="0"/>
              <a:t> n-back task pre and post </a:t>
            </a:r>
            <a:r>
              <a:rPr lang="sv-SE" sz="2000" dirty="0" err="1"/>
              <a:t>training</a:t>
            </a:r>
            <a:r>
              <a:rPr lang="sv-SE" sz="2000" dirty="0"/>
              <a:t>.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D4AC02-CA63-DCCF-9025-2BE55CF5BABA}"/>
              </a:ext>
            </a:extLst>
          </p:cNvPr>
          <p:cNvSpPr txBox="1"/>
          <p:nvPr/>
        </p:nvSpPr>
        <p:spPr>
          <a:xfrm>
            <a:off x="434659" y="1490008"/>
            <a:ext cx="639465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Items:</a:t>
            </a:r>
          </a:p>
          <a:p>
            <a:pPr>
              <a:buNone/>
            </a:pPr>
            <a:r>
              <a:rPr lang="en-US" sz="2000" b="1" dirty="0"/>
              <a:t>dataset-2-key.xlsx</a:t>
            </a:r>
          </a:p>
          <a:p>
            <a:r>
              <a:rPr lang="en-US" sz="2000" b="1" dirty="0"/>
              <a:t>group_data.csv</a:t>
            </a:r>
            <a:r>
              <a:rPr lang="en-US" sz="2000" dirty="0"/>
              <a:t> – ID, sex, age, training days completed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dirty="0"/>
              <a:t>sub-01_ses-01_task-nback_behav.csv</a:t>
            </a:r>
          </a:p>
          <a:p>
            <a:r>
              <a:rPr lang="en-US" sz="2000" b="1" dirty="0"/>
              <a:t>sub-01_ses-01_task-nback_eeg.csv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A7BE54-EB16-F33E-67F7-FA98EAA7F186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4400" dirty="0"/>
              <a:t>n-back =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7925AA-7D6E-B297-2E71-C17499D95A2A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4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50F5-484D-F6E6-C030-64E4B01E4B25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4400" dirty="0"/>
              <a:t>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50DC8D-0F65-5E8B-5B56-C812FB410B7E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4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F05C85-F464-A04A-38F0-908C3083443B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4400" dirty="0"/>
              <a:t>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F6EC11-FFDA-7CD2-780B-9A5C165C6BA3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4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666CFA-73B7-038A-2493-F8B89465E173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4400" dirty="0"/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F84D1F-4F47-B3C2-AF6C-465DEEB26812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4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CD28EA-33B4-8D99-4F28-04F54133C691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4400" dirty="0"/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C3EF2B-267D-696F-1C2F-98E6FD0D8A1D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4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B9CA7E-D666-90F2-DA7D-BAB41223D7D9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4400" dirty="0"/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B1C644-602E-55C1-88DA-5366CDF35E06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4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44D0FD-EB80-C340-FDC5-2445313B568C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4400" dirty="0"/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1933DE-B1ED-AA4C-26A0-65A1D47B1EC4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4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3DCB62-71A5-0A26-5F2B-E71024E544A6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4400" dirty="0"/>
              <a:t>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99A0D62-7D24-2B83-195F-2D18D1E03E5E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4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24301D3-7CA7-6C9C-C848-43BEF5D3E095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4400" dirty="0"/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9B45825-2EB8-E0D3-5941-B26457F5C022}"/>
              </a:ext>
            </a:extLst>
          </p:cNvPr>
          <p:cNvSpPr/>
          <p:nvPr/>
        </p:nvSpPr>
        <p:spPr>
          <a:xfrm>
            <a:off x="4167909" y="3801931"/>
            <a:ext cx="3856182" cy="25307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4400" dirty="0"/>
          </a:p>
        </p:txBody>
      </p:sp>
    </p:spTree>
    <p:extLst>
      <p:ext uri="{BB962C8B-B14F-4D97-AF65-F5344CB8AC3E}">
        <p14:creationId xmlns:p14="http://schemas.microsoft.com/office/powerpoint/2010/main" val="1544262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75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75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25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25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75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875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F916B-0EFB-EEA8-7F9F-7ED06040C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05DB7A27-1FD3-EF33-08B4-0D8ABB1EF7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9621"/>
          <a:stretch>
            <a:fillRect/>
          </a:stretch>
        </p:blipFill>
        <p:spPr>
          <a:xfrm>
            <a:off x="6493164" y="1105432"/>
            <a:ext cx="4946073" cy="42076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6FE038-B9DB-DE6E-DF93-7F9DC41234C0}"/>
              </a:ext>
            </a:extLst>
          </p:cNvPr>
          <p:cNvSpPr txBox="1"/>
          <p:nvPr/>
        </p:nvSpPr>
        <p:spPr>
          <a:xfrm>
            <a:off x="434659" y="241478"/>
            <a:ext cx="63319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3600" dirty="0" err="1"/>
              <a:t>Dataset</a:t>
            </a:r>
            <a:r>
              <a:rPr lang="sv-SE" sz="3600" dirty="0"/>
              <a:t> 2</a:t>
            </a:r>
          </a:p>
          <a:p>
            <a:r>
              <a:rPr lang="sv-SE" sz="2000" dirty="0"/>
              <a:t>EEG </a:t>
            </a:r>
            <a:r>
              <a:rPr lang="sv-SE" sz="2000" dirty="0" err="1"/>
              <a:t>during</a:t>
            </a:r>
            <a:r>
              <a:rPr lang="sv-SE" sz="2000" dirty="0"/>
              <a:t> n-back task pre and post </a:t>
            </a:r>
            <a:r>
              <a:rPr lang="sv-SE" sz="2000" dirty="0" err="1"/>
              <a:t>training</a:t>
            </a:r>
            <a:r>
              <a:rPr lang="sv-SE" sz="2000" dirty="0"/>
              <a:t>.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317228-F9D0-226B-1E08-F75C2279EEA1}"/>
              </a:ext>
            </a:extLst>
          </p:cNvPr>
          <p:cNvSpPr txBox="1"/>
          <p:nvPr/>
        </p:nvSpPr>
        <p:spPr>
          <a:xfrm>
            <a:off x="434659" y="3598185"/>
            <a:ext cx="58691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000" dirty="0"/>
              <a:t>To-dos:</a:t>
            </a:r>
            <a:endParaRPr lang="en-US" sz="2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000" dirty="0"/>
              <a:t>Aggregate </a:t>
            </a:r>
            <a:r>
              <a:rPr lang="en-US" sz="2000" dirty="0" err="1"/>
              <a:t>subject+session</a:t>
            </a:r>
            <a:r>
              <a:rPr lang="en-US" sz="2000" dirty="0"/>
              <a:t> data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000" dirty="0"/>
              <a:t>Are all trials valid?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000" dirty="0"/>
              <a:t>Calculate amplitude response from ERP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000" dirty="0"/>
              <a:t>Relationship between EEG and training?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000" dirty="0"/>
              <a:t>Relationship between EEG and performance?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B8367C-0BDE-D40A-1136-28566BC29E2A}"/>
              </a:ext>
            </a:extLst>
          </p:cNvPr>
          <p:cNvSpPr txBox="1"/>
          <p:nvPr/>
        </p:nvSpPr>
        <p:spPr>
          <a:xfrm>
            <a:off x="434659" y="1489535"/>
            <a:ext cx="639465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Items:</a:t>
            </a:r>
          </a:p>
          <a:p>
            <a:pPr>
              <a:buNone/>
            </a:pPr>
            <a:r>
              <a:rPr lang="en-US" sz="2000" b="1" dirty="0"/>
              <a:t>dataset-2-key.xlsx</a:t>
            </a:r>
          </a:p>
          <a:p>
            <a:r>
              <a:rPr lang="en-US" sz="2000" b="1" dirty="0"/>
              <a:t>group_data.csv</a:t>
            </a:r>
            <a:r>
              <a:rPr lang="en-US" sz="2000" dirty="0"/>
              <a:t> – ID, sex, age, training days completed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dirty="0"/>
              <a:t>sub-01_ses-01_task-nback_behav.csv</a:t>
            </a:r>
          </a:p>
          <a:p>
            <a:r>
              <a:rPr lang="en-US" sz="2000" b="1" dirty="0"/>
              <a:t>sub-01_ses-01_task-nback_eeg.csv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BAE23C4C-FC78-4934-24D2-739EF1FD70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9432"/>
          <a:stretch>
            <a:fillRect/>
          </a:stretch>
        </p:blipFill>
        <p:spPr>
          <a:xfrm>
            <a:off x="6539802" y="1105433"/>
            <a:ext cx="4964666" cy="420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338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E8B91-C4A9-F968-3FFF-3A8629367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ADC007-E9A1-DE81-28D0-C10879B08927}"/>
              </a:ext>
            </a:extLst>
          </p:cNvPr>
          <p:cNvSpPr txBox="1"/>
          <p:nvPr/>
        </p:nvSpPr>
        <p:spPr>
          <a:xfrm>
            <a:off x="434659" y="241478"/>
            <a:ext cx="113108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3600" dirty="0" err="1"/>
              <a:t>Dataset</a:t>
            </a:r>
            <a:r>
              <a:rPr lang="sv-SE" sz="3600" dirty="0"/>
              <a:t> 3</a:t>
            </a:r>
          </a:p>
          <a:p>
            <a:r>
              <a:rPr lang="sv-SE" sz="2000" dirty="0"/>
              <a:t>Heart attack events in Sweden 2023-2025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4FA66C-0562-EFAC-FEBA-17B7E80C58DC}"/>
              </a:ext>
            </a:extLst>
          </p:cNvPr>
          <p:cNvSpPr txBox="1"/>
          <p:nvPr/>
        </p:nvSpPr>
        <p:spPr>
          <a:xfrm>
            <a:off x="434659" y="1342474"/>
            <a:ext cx="10865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Sex, birthdate, height, weight, </a:t>
            </a:r>
            <a:r>
              <a:rPr lang="en-US" sz="2000" dirty="0" err="1"/>
              <a:t>bloodpressure</a:t>
            </a:r>
            <a:r>
              <a:rPr lang="en-US" sz="2000" dirty="0"/>
              <a:t>, physical activity, smoking, alcohol, incident date, time to treat, incident outcome, death date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7C41EF-9F4D-189E-151C-92E2A94C17C0}"/>
              </a:ext>
            </a:extLst>
          </p:cNvPr>
          <p:cNvGrpSpPr/>
          <p:nvPr/>
        </p:nvGrpSpPr>
        <p:grpSpPr>
          <a:xfrm>
            <a:off x="1926931" y="2050360"/>
            <a:ext cx="8332191" cy="4618069"/>
            <a:chOff x="1926931" y="2050360"/>
            <a:chExt cx="8332191" cy="4618069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963986EF-7EE9-6BE9-4689-46D7516040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962427" y="2076087"/>
              <a:ext cx="8255337" cy="454043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F226D4A-EA4B-27EF-0194-DFC91332F9C3}"/>
                </a:ext>
              </a:extLst>
            </p:cNvPr>
            <p:cNvSpPr/>
            <p:nvPr/>
          </p:nvSpPr>
          <p:spPr>
            <a:xfrm>
              <a:off x="1926931" y="2050360"/>
              <a:ext cx="8332191" cy="4618069"/>
            </a:xfrm>
            <a:prstGeom prst="rect">
              <a:avLst/>
            </a:prstGeom>
            <a:noFill/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1994670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DC8A8-0679-CF12-20C2-8583232EA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EA6BA4-0C65-DC9D-2FA4-E90911781A52}"/>
              </a:ext>
            </a:extLst>
          </p:cNvPr>
          <p:cNvSpPr txBox="1"/>
          <p:nvPr/>
        </p:nvSpPr>
        <p:spPr>
          <a:xfrm>
            <a:off x="434659" y="241478"/>
            <a:ext cx="113108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3600" dirty="0" err="1"/>
              <a:t>Dataset</a:t>
            </a:r>
            <a:r>
              <a:rPr lang="sv-SE" sz="3600" dirty="0"/>
              <a:t> 3</a:t>
            </a:r>
          </a:p>
          <a:p>
            <a:r>
              <a:rPr lang="sv-SE" sz="2000" dirty="0"/>
              <a:t>Heart attack events in Sweden 2023-2025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DC8E33-F2BE-66C4-50E9-BFE1CB5BFC38}"/>
              </a:ext>
            </a:extLst>
          </p:cNvPr>
          <p:cNvSpPr txBox="1"/>
          <p:nvPr/>
        </p:nvSpPr>
        <p:spPr>
          <a:xfrm>
            <a:off x="434659" y="1342474"/>
            <a:ext cx="10865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Sex, birthdate, height, weight, </a:t>
            </a:r>
            <a:r>
              <a:rPr lang="en-US" sz="2000" dirty="0" err="1"/>
              <a:t>bloodpressure</a:t>
            </a:r>
            <a:r>
              <a:rPr lang="en-US" sz="2000" dirty="0"/>
              <a:t>, physical activity, smoking, alcohol, incident date, time to treat, incident outcome, death date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5EDF47A-61F7-93A2-5D92-820C86809C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0858" y="98611"/>
            <a:ext cx="11418476" cy="666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4423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CBC8A-D1CA-FE09-CE96-D9395FF15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5C7FF6A-98AE-DF64-76FE-DFB14846C4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48446" y="1013046"/>
            <a:ext cx="6295105" cy="44488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FD9D7C-268E-8713-FC6B-3DFF6A226361}"/>
              </a:ext>
            </a:extLst>
          </p:cNvPr>
          <p:cNvSpPr txBox="1"/>
          <p:nvPr/>
        </p:nvSpPr>
        <p:spPr>
          <a:xfrm>
            <a:off x="434659" y="241478"/>
            <a:ext cx="11310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3600" dirty="0" err="1"/>
              <a:t>Dataset</a:t>
            </a:r>
            <a:r>
              <a:rPr lang="sv-SE" sz="3600" dirty="0"/>
              <a:t> 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6A16A4-83EC-DFD9-C8B6-EFD548414CB8}"/>
              </a:ext>
            </a:extLst>
          </p:cNvPr>
          <p:cNvSpPr txBox="1"/>
          <p:nvPr/>
        </p:nvSpPr>
        <p:spPr>
          <a:xfrm>
            <a:off x="434659" y="3598185"/>
            <a:ext cx="545577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000" dirty="0"/>
              <a:t>To-dos:</a:t>
            </a:r>
            <a:endParaRPr lang="en-US" sz="2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000" dirty="0"/>
              <a:t>Merge datasets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000" dirty="0"/>
              <a:t>Clean up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000" dirty="0"/>
              <a:t>Are Swedish people morning people?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000" dirty="0"/>
              <a:t>Do men sleep longer than women?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000" dirty="0"/>
              <a:t>Do young people stay up longer?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9EB637-FF9A-19F3-B7B5-7D7C0814D801}"/>
              </a:ext>
            </a:extLst>
          </p:cNvPr>
          <p:cNvSpPr txBox="1"/>
          <p:nvPr/>
        </p:nvSpPr>
        <p:spPr>
          <a:xfrm>
            <a:off x="434659" y="1061328"/>
            <a:ext cx="639465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Items:</a:t>
            </a:r>
          </a:p>
          <a:p>
            <a:endParaRPr lang="en-US" sz="2000" dirty="0"/>
          </a:p>
          <a:p>
            <a:r>
              <a:rPr lang="en-US" sz="2000" b="1" dirty="0"/>
              <a:t>simulated-dataset-4-sweden.csv</a:t>
            </a:r>
          </a:p>
          <a:p>
            <a:r>
              <a:rPr lang="en-US" sz="2000" b="1" dirty="0"/>
              <a:t>simulated-dataset-4-spain.csv</a:t>
            </a:r>
          </a:p>
          <a:p>
            <a:endParaRPr lang="en-US" sz="2000" b="1" dirty="0"/>
          </a:p>
          <a:p>
            <a:r>
              <a:rPr lang="en-US" sz="2000" b="1" dirty="0"/>
              <a:t>dataset-4-sweden-key.csv</a:t>
            </a:r>
          </a:p>
          <a:p>
            <a:r>
              <a:rPr lang="en-US" sz="2000" b="1" dirty="0"/>
              <a:t>dataset-4-spain-key.csv</a:t>
            </a:r>
          </a:p>
        </p:txBody>
      </p:sp>
    </p:spTree>
    <p:extLst>
      <p:ext uri="{BB962C8B-B14F-4D97-AF65-F5344CB8AC3E}">
        <p14:creationId xmlns:p14="http://schemas.microsoft.com/office/powerpoint/2010/main" val="3634440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3C34A-5BEB-8465-BF47-20509256E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8EAF609C-677E-A438-9CD7-F06B95DAE9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46733" y="772222"/>
            <a:ext cx="8086725" cy="571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92DC79-5208-522B-C514-01FC16AC68F9}"/>
              </a:ext>
            </a:extLst>
          </p:cNvPr>
          <p:cNvSpPr txBox="1"/>
          <p:nvPr/>
        </p:nvSpPr>
        <p:spPr>
          <a:xfrm>
            <a:off x="434659" y="241478"/>
            <a:ext cx="11310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3600" dirty="0" err="1"/>
              <a:t>Dataset</a:t>
            </a:r>
            <a:r>
              <a:rPr lang="sv-SE" sz="3600" dirty="0"/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val="2096356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BB6C4-8945-DA41-E7B4-4252766FB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E483BE-D7E4-DBA5-8250-31C58661DBA5}"/>
              </a:ext>
            </a:extLst>
          </p:cNvPr>
          <p:cNvSpPr txBox="1"/>
          <p:nvPr/>
        </p:nvSpPr>
        <p:spPr>
          <a:xfrm>
            <a:off x="3013265" y="5396247"/>
            <a:ext cx="21684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None/>
            </a:pPr>
            <a:r>
              <a:rPr lang="en-US" dirty="0"/>
              <a:t>Niklas Edvall, PhD</a:t>
            </a:r>
          </a:p>
          <a:p>
            <a:pPr algn="ctr">
              <a:buNone/>
            </a:pPr>
            <a:r>
              <a:rPr lang="en-US" dirty="0"/>
              <a:t>niklas.edvall@ki.se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78A53-139A-5461-9702-7A377B76FAD1}"/>
              </a:ext>
            </a:extLst>
          </p:cNvPr>
          <p:cNvSpPr txBox="1"/>
          <p:nvPr/>
        </p:nvSpPr>
        <p:spPr>
          <a:xfrm>
            <a:off x="6613300" y="5396247"/>
            <a:ext cx="33211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dirty="0"/>
              <a:t>Andreas Gerhardsson, PhD</a:t>
            </a:r>
            <a:endParaRPr lang="en-US" dirty="0"/>
          </a:p>
          <a:p>
            <a:pPr algn="ctr">
              <a:buNone/>
            </a:pPr>
            <a:r>
              <a:rPr lang="en-US" sz="1800" dirty="0"/>
              <a:t>andreas.Gerhardsson@ki.se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B1F2C8-E76E-1DD0-F380-E953A1941B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010"/>
          <a:stretch>
            <a:fillRect/>
          </a:stretch>
        </p:blipFill>
        <p:spPr>
          <a:xfrm>
            <a:off x="7325701" y="3412616"/>
            <a:ext cx="1896335" cy="18950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E8D9DE-217E-F946-C927-40F5A1D75A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09"/>
          <a:stretch>
            <a:fillRect/>
          </a:stretch>
        </p:blipFill>
        <p:spPr>
          <a:xfrm>
            <a:off x="3140768" y="3429000"/>
            <a:ext cx="1896335" cy="1878686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334979D1-6BAC-BA0E-3F93-37ADB9B60E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056" y="902953"/>
            <a:ext cx="10180320" cy="2387600"/>
          </a:xfrm>
        </p:spPr>
        <p:txBody>
          <a:bodyPr anchor="ctr">
            <a:normAutofit fontScale="90000"/>
          </a:bodyPr>
          <a:lstStyle/>
          <a:p>
            <a:r>
              <a:rPr lang="en-US" b="1" dirty="0"/>
              <a:t>Open Science in Practice: Collaborative Research with Git</a:t>
            </a:r>
            <a:endParaRPr lang="en-US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9D3C6B65-47DA-EE7A-4BD0-284E11928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b="1" dirty="0"/>
              <a:t>K8F6106</a:t>
            </a:r>
            <a:br>
              <a:rPr lang="en-US" b="1" dirty="0"/>
            </a:br>
            <a:r>
              <a:rPr lang="en-US" b="1" dirty="0"/>
              <a:t>HT2026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751004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" id="{7703D284-2752-1949-9FCF-7F8338008135}" vid="{898D8361-4025-5A40-B1E0-AEE378173C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4ca05f5-e880-44fa-aab5-e3fa7d80f9d8">
      <Terms xmlns="http://schemas.microsoft.com/office/infopath/2007/PartnerControls"/>
    </lcf76f155ced4ddcb4097134ff3c332f>
    <TaxCatchAll xmlns="3a2eae24-1118-45ae-8e03-ee4aadcb654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4BF6E6E05FADE41A196F12274442185" ma:contentTypeVersion="11" ma:contentTypeDescription="Skapa ett nytt dokument." ma:contentTypeScope="" ma:versionID="440bee0b6842e31f8725239e54f6e8de">
  <xsd:schema xmlns:xsd="http://www.w3.org/2001/XMLSchema" xmlns:xs="http://www.w3.org/2001/XMLSchema" xmlns:p="http://schemas.microsoft.com/office/2006/metadata/properties" xmlns:ns2="c4ca05f5-e880-44fa-aab5-e3fa7d80f9d8" xmlns:ns3="3a2eae24-1118-45ae-8e03-ee4aadcb6545" targetNamespace="http://schemas.microsoft.com/office/2006/metadata/properties" ma:root="true" ma:fieldsID="3e36dea61f3e0ee3d42ff632798f3b17" ns2:_="" ns3:_="">
    <xsd:import namespace="c4ca05f5-e880-44fa-aab5-e3fa7d80f9d8"/>
    <xsd:import namespace="3a2eae24-1118-45ae-8e03-ee4aadcb65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ca05f5-e880-44fa-aab5-e3fa7d80f9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eringar" ma:readOnly="false" ma:fieldId="{5cf76f15-5ced-4ddc-b409-7134ff3c332f}" ma:taxonomyMulti="true" ma:sspId="d34d398b-60ba-4ad0-a6da-da1ce693b88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2eae24-1118-45ae-8e03-ee4aadcb654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e72272b-6b7e-48fd-9a92-a566da23e6cf}" ma:internalName="TaxCatchAll" ma:showField="CatchAllData" ma:web="3a2eae24-1118-45ae-8e03-ee4aadcb654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7517518-AB22-4819-8FA0-47B4F09151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021DA0-FE1D-4BCE-B797-643AD0B8BEFA}">
  <ds:schemaRefs>
    <ds:schemaRef ds:uri="http://schemas.microsoft.com/office/2006/metadata/properties"/>
    <ds:schemaRef ds:uri="http://schemas.microsoft.com/office/infopath/2007/PartnerControls"/>
    <ds:schemaRef ds:uri="c4ca05f5-e880-44fa-aab5-e3fa7d80f9d8"/>
    <ds:schemaRef ds:uri="3a2eae24-1118-45ae-8e03-ee4aadcb6545"/>
  </ds:schemaRefs>
</ds:datastoreItem>
</file>

<file path=customXml/itemProps3.xml><?xml version="1.0" encoding="utf-8"?>
<ds:datastoreItem xmlns:ds="http://schemas.openxmlformats.org/officeDocument/2006/customXml" ds:itemID="{8732A99B-6CDC-4AE4-A63C-034377C2EB6E}"/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860</TotalTime>
  <Words>612</Words>
  <Application>Microsoft Office PowerPoint</Application>
  <PresentationFormat>Widescreen</PresentationFormat>
  <Paragraphs>141</Paragraphs>
  <Slides>20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Amasis MT Pro Medium</vt:lpstr>
      <vt:lpstr>Aptos</vt:lpstr>
      <vt:lpstr>Aptos Display</vt:lpstr>
      <vt:lpstr>Arial</vt:lpstr>
      <vt:lpstr>template</vt:lpstr>
      <vt:lpstr>Open Science in Practice: Collaborative Research with Git</vt:lpstr>
      <vt:lpstr>Mini-project and  data overview</vt:lpstr>
      <vt:lpstr>Requirements for passing course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Open Science in Practice: Collaborative Research with Git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Niklas Edvall</dc:creator>
  <cp:lastModifiedBy>Niklas Edvall</cp:lastModifiedBy>
  <cp:revision>1</cp:revision>
  <dcterms:created xsi:type="dcterms:W3CDTF">2026-07-07T12:46:59Z</dcterms:created>
  <dcterms:modified xsi:type="dcterms:W3CDTF">2026-09-15T14:51:34Z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0x010100A4BF6E6E05FADE41A196F12274442185</vt:lpwstr>
  </property>
  <property fmtid="{D5CDD505-2E9C-101B-9397-08002B2CF9AE}" pid="3" name="MediaServiceImageTags">
    <vt:lpwstr/>
  </property>
</Properties>
</file>